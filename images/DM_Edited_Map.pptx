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0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5563"/>
    <a:srgbClr val="7A81FF"/>
    <a:srgbClr val="FF40FF"/>
    <a:srgbClr val="FAF14B"/>
    <a:srgbClr val="5E00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3411A-C333-4E6A-BAC3-A39ED7D5F86A}" v="1" dt="2026-03-09T16:38:44.306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6"/>
    <p:restoredTop sz="86429"/>
  </p:normalViewPr>
  <p:slideViewPr>
    <p:cSldViewPr snapToGrid="0" snapToObjects="1">
      <p:cViewPr varScale="1">
        <p:scale>
          <a:sx n="127" d="100"/>
          <a:sy n="127" d="100"/>
        </p:scale>
        <p:origin x="14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, Matthias" userId="a26bd408-92d4-49de-950a-28be7c6f128b" providerId="ADAL" clId="{8F95B4DC-2E9A-49F3-B27C-D1A9B08BD8D0}"/>
    <pc:docChg chg="modSld">
      <pc:chgData name="Young, Matthias" userId="a26bd408-92d4-49de-950a-28be7c6f128b" providerId="ADAL" clId="{8F95B4DC-2E9A-49F3-B27C-D1A9B08BD8D0}" dt="2026-03-09T16:38:44.306" v="0" actId="164"/>
      <pc:docMkLst>
        <pc:docMk/>
      </pc:docMkLst>
      <pc:sldChg chg="addSp modSp">
        <pc:chgData name="Young, Matthias" userId="a26bd408-92d4-49de-950a-28be7c6f128b" providerId="ADAL" clId="{8F95B4DC-2E9A-49F3-B27C-D1A9B08BD8D0}" dt="2026-03-09T16:38:44.306" v="0" actId="164"/>
        <pc:sldMkLst>
          <pc:docMk/>
          <pc:sldMk cId="1424829540" sldId="306"/>
        </pc:sldMkLst>
        <pc:spChg chg="mod">
          <ac:chgData name="Young, Matthias" userId="a26bd408-92d4-49de-950a-28be7c6f128b" providerId="ADAL" clId="{8F95B4DC-2E9A-49F3-B27C-D1A9B08BD8D0}" dt="2026-03-09T16:38:44.306" v="0" actId="164"/>
          <ac:spMkLst>
            <pc:docMk/>
            <pc:sldMk cId="1424829540" sldId="306"/>
            <ac:spMk id="9" creationId="{CB212BF0-DBBF-80A6-C41D-F61ADD6632B0}"/>
          </ac:spMkLst>
        </pc:spChg>
        <pc:spChg chg="mod">
          <ac:chgData name="Young, Matthias" userId="a26bd408-92d4-49de-950a-28be7c6f128b" providerId="ADAL" clId="{8F95B4DC-2E9A-49F3-B27C-D1A9B08BD8D0}" dt="2026-03-09T16:38:44.306" v="0" actId="164"/>
          <ac:spMkLst>
            <pc:docMk/>
            <pc:sldMk cId="1424829540" sldId="306"/>
            <ac:spMk id="13" creationId="{4772258D-E009-B2C9-F5CC-36A9F0C23169}"/>
          </ac:spMkLst>
        </pc:spChg>
        <pc:spChg chg="mod">
          <ac:chgData name="Young, Matthias" userId="a26bd408-92d4-49de-950a-28be7c6f128b" providerId="ADAL" clId="{8F95B4DC-2E9A-49F3-B27C-D1A9B08BD8D0}" dt="2026-03-09T16:38:44.306" v="0" actId="164"/>
          <ac:spMkLst>
            <pc:docMk/>
            <pc:sldMk cId="1424829540" sldId="306"/>
            <ac:spMk id="18" creationId="{B8158E20-9F55-5D1A-3850-084061C1265A}"/>
          </ac:spMkLst>
        </pc:spChg>
        <pc:spChg chg="mod">
          <ac:chgData name="Young, Matthias" userId="a26bd408-92d4-49de-950a-28be7c6f128b" providerId="ADAL" clId="{8F95B4DC-2E9A-49F3-B27C-D1A9B08BD8D0}" dt="2026-03-09T16:38:44.306" v="0" actId="164"/>
          <ac:spMkLst>
            <pc:docMk/>
            <pc:sldMk cId="1424829540" sldId="306"/>
            <ac:spMk id="21" creationId="{ECB3A2FF-B5BD-F6E7-DFE2-2FC716C40BA0}"/>
          </ac:spMkLst>
        </pc:spChg>
        <pc:spChg chg="mod">
          <ac:chgData name="Young, Matthias" userId="a26bd408-92d4-49de-950a-28be7c6f128b" providerId="ADAL" clId="{8F95B4DC-2E9A-49F3-B27C-D1A9B08BD8D0}" dt="2026-03-09T16:38:44.306" v="0" actId="164"/>
          <ac:spMkLst>
            <pc:docMk/>
            <pc:sldMk cId="1424829540" sldId="306"/>
            <ac:spMk id="24" creationId="{D30E4BB9-996A-0E7E-CA16-917E819BE938}"/>
          </ac:spMkLst>
        </pc:spChg>
        <pc:spChg chg="mod">
          <ac:chgData name="Young, Matthias" userId="a26bd408-92d4-49de-950a-28be7c6f128b" providerId="ADAL" clId="{8F95B4DC-2E9A-49F3-B27C-D1A9B08BD8D0}" dt="2026-03-09T16:38:44.306" v="0" actId="164"/>
          <ac:spMkLst>
            <pc:docMk/>
            <pc:sldMk cId="1424829540" sldId="306"/>
            <ac:spMk id="27" creationId="{141B0FB1-4F42-2769-23F2-9172AB3E867B}"/>
          </ac:spMkLst>
        </pc:spChg>
        <pc:spChg chg="mod">
          <ac:chgData name="Young, Matthias" userId="a26bd408-92d4-49de-950a-28be7c6f128b" providerId="ADAL" clId="{8F95B4DC-2E9A-49F3-B27C-D1A9B08BD8D0}" dt="2026-03-09T16:38:44.306" v="0" actId="164"/>
          <ac:spMkLst>
            <pc:docMk/>
            <pc:sldMk cId="1424829540" sldId="306"/>
            <ac:spMk id="30" creationId="{0988546E-B990-87EA-28C5-F4B780FD7C0C}"/>
          </ac:spMkLst>
        </pc:spChg>
        <pc:picChg chg="mod">
          <ac:chgData name="Young, Matthias" userId="a26bd408-92d4-49de-950a-28be7c6f128b" providerId="ADAL" clId="{8F95B4DC-2E9A-49F3-B27C-D1A9B08BD8D0}" dt="2026-03-09T16:38:44.306" v="0" actId="164"/>
          <ac:picMkLst>
            <pc:docMk/>
            <pc:sldMk cId="1424829540" sldId="306"/>
            <ac:picMk id="8" creationId="{12D4625E-B8AD-86C9-B88F-F0F506C009F4}"/>
          </ac:picMkLst>
        </pc:picChg>
        <pc:picChg chg="mod">
          <ac:chgData name="Young, Matthias" userId="a26bd408-92d4-49de-950a-28be7c6f128b" providerId="ADAL" clId="{8F95B4DC-2E9A-49F3-B27C-D1A9B08BD8D0}" dt="2026-03-09T16:38:44.306" v="0" actId="164"/>
          <ac:picMkLst>
            <pc:docMk/>
            <pc:sldMk cId="1424829540" sldId="306"/>
            <ac:picMk id="23" creationId="{47C563B2-57DD-431D-72EF-A311A7C551C2}"/>
          </ac:picMkLst>
        </pc:picChg>
        <pc:picChg chg="mod">
          <ac:chgData name="Young, Matthias" userId="a26bd408-92d4-49de-950a-28be7c6f128b" providerId="ADAL" clId="{8F95B4DC-2E9A-49F3-B27C-D1A9B08BD8D0}" dt="2026-03-09T16:38:44.306" v="0" actId="164"/>
          <ac:picMkLst>
            <pc:docMk/>
            <pc:sldMk cId="1424829540" sldId="306"/>
            <ac:picMk id="26" creationId="{FAD783BE-D1F7-9E14-F25B-51C01F5A05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BF3DD-24B8-9D40-ABEB-B4A0E772B6FC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5C634-AB7C-E047-B961-FC16FF4C0E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934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Diagonal"/>
          <p:cNvSpPr/>
          <p:nvPr userDrawn="1"/>
        </p:nvSpPr>
        <p:spPr>
          <a:xfrm rot="16200000">
            <a:off x="8534400" y="3200402"/>
            <a:ext cx="3657600" cy="36576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Dat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6057900"/>
            <a:ext cx="8001000" cy="3429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sp>
        <p:nvSpPr>
          <p:cNvPr id="3" name="Presenters"/>
          <p:cNvSpPr>
            <a:spLocks noGrp="1"/>
          </p:cNvSpPr>
          <p:nvPr>
            <p:ph type="body" sz="quarter" idx="12" hasCustomPrompt="1"/>
          </p:nvPr>
        </p:nvSpPr>
        <p:spPr>
          <a:xfrm>
            <a:off x="723900" y="5186365"/>
            <a:ext cx="8001000" cy="5286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Presenter names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4573156"/>
            <a:ext cx="8001000" cy="514347"/>
          </a:xfrm>
          <a:prstGeom prst="rect">
            <a:avLst/>
          </a:prstGeom>
        </p:spPr>
        <p:txBody>
          <a:bodyPr lIns="0" anchor="t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 cap="all">
                <a:solidFill>
                  <a:srgbClr val="425563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14" name="Divider"/>
          <p:cNvSpPr/>
          <p:nvPr userDrawn="1"/>
        </p:nvSpPr>
        <p:spPr>
          <a:xfrm>
            <a:off x="723900" y="4230044"/>
            <a:ext cx="914400" cy="1188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5801"/>
            <a:ext cx="9829800" cy="3314700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5E0009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11" name="Grounding Bar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-2"/>
            <a:ext cx="766091" cy="46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9A48F2A-2D11-8E40-A953-9C59948DC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1783" y="6057900"/>
            <a:ext cx="1756317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0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  <p:extLst>
    <p:ext uri="{DCECCB84-F9BA-43D5-87BE-67443E8EF086}">
      <p15:sldGuideLst xmlns:p15="http://schemas.microsoft.com/office/powerpoint/2012/main">
        <p15:guide id="1" orient="horz" pos="25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DCFE8AC6-424E-904F-AE4A-648F5E9D72F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idx="1" hasCustomPrompt="1"/>
          </p:nvPr>
        </p:nvSpPr>
        <p:spPr>
          <a:xfrm>
            <a:off x="723900" y="2057401"/>
            <a:ext cx="10744200" cy="36576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03255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99096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Footer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60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agonal"/>
          <p:cNvSpPr/>
          <p:nvPr userDrawn="1"/>
        </p:nvSpPr>
        <p:spPr>
          <a:xfrm>
            <a:off x="228600" y="228600"/>
            <a:ext cx="11734800" cy="6400800"/>
          </a:xfrm>
          <a:custGeom>
            <a:avLst/>
            <a:gdLst>
              <a:gd name="connsiteX0" fmla="*/ 0 w 11734800"/>
              <a:gd name="connsiteY0" fmla="*/ 0 h 6400800"/>
              <a:gd name="connsiteX1" fmla="*/ 11734800 w 11734800"/>
              <a:gd name="connsiteY1" fmla="*/ 0 h 6400800"/>
              <a:gd name="connsiteX2" fmla="*/ 11734800 w 11734800"/>
              <a:gd name="connsiteY2" fmla="*/ 5029200 h 6400800"/>
              <a:gd name="connsiteX3" fmla="*/ 10363200 w 11734800"/>
              <a:gd name="connsiteY3" fmla="*/ 6400800 h 6400800"/>
              <a:gd name="connsiteX4" fmla="*/ 0 w 11734800"/>
              <a:gd name="connsiteY4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4800" h="6400800">
                <a:moveTo>
                  <a:pt x="0" y="0"/>
                </a:moveTo>
                <a:lnTo>
                  <a:pt x="11734800" y="0"/>
                </a:lnTo>
                <a:lnTo>
                  <a:pt x="11734800" y="5029200"/>
                </a:lnTo>
                <a:lnTo>
                  <a:pt x="10363200" y="6400800"/>
                </a:lnTo>
                <a:lnTo>
                  <a:pt x="0" y="6400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723900" y="4572002"/>
            <a:ext cx="9829800" cy="11430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5" name="Divider"/>
          <p:cNvSpPr/>
          <p:nvPr userDrawn="1"/>
        </p:nvSpPr>
        <p:spPr>
          <a:xfrm>
            <a:off x="723900" y="4230044"/>
            <a:ext cx="914400" cy="1188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5801"/>
            <a:ext cx="10744200" cy="33147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90000"/>
              </a:lnSpc>
              <a:defRPr sz="4800" baseline="0"/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10" name="Grounding Bar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-2"/>
            <a:ext cx="766091" cy="46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DEAC16A-B9A7-3C4D-952D-1421B48630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00" y="6057900"/>
            <a:ext cx="1756317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91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DCECCB84-F9BA-43D5-87BE-67443E8EF086}">
      <p15:sldGuideLst xmlns:p15="http://schemas.microsoft.com/office/powerpoint/2012/main">
        <p15:guide id="1" orient="horz" pos="2520" userDrawn="1">
          <p15:clr>
            <a:srgbClr val="FBAE40"/>
          </p15:clr>
        </p15:guide>
        <p15:guide id="2" orient="horz" pos="2880" userDrawn="1">
          <p15:clr>
            <a:srgbClr val="FBAE40"/>
          </p15:clr>
        </p15:guide>
        <p15:guide id="3" pos="144" userDrawn="1">
          <p15:clr>
            <a:srgbClr val="FBAE40"/>
          </p15:clr>
        </p15:guide>
        <p15:guide id="4" pos="75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,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iagonal"/>
          <p:cNvSpPr/>
          <p:nvPr userDrawn="1"/>
        </p:nvSpPr>
        <p:spPr>
          <a:xfrm>
            <a:off x="228600" y="228600"/>
            <a:ext cx="11734800" cy="6400800"/>
          </a:xfrm>
          <a:custGeom>
            <a:avLst/>
            <a:gdLst>
              <a:gd name="connsiteX0" fmla="*/ 0 w 11734800"/>
              <a:gd name="connsiteY0" fmla="*/ 0 h 6400800"/>
              <a:gd name="connsiteX1" fmla="*/ 11734800 w 11734800"/>
              <a:gd name="connsiteY1" fmla="*/ 0 h 6400800"/>
              <a:gd name="connsiteX2" fmla="*/ 11734800 w 11734800"/>
              <a:gd name="connsiteY2" fmla="*/ 5029200 h 6400800"/>
              <a:gd name="connsiteX3" fmla="*/ 10363200 w 11734800"/>
              <a:gd name="connsiteY3" fmla="*/ 6400800 h 6400800"/>
              <a:gd name="connsiteX4" fmla="*/ 0 w 11734800"/>
              <a:gd name="connsiteY4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4800" h="6400800">
                <a:moveTo>
                  <a:pt x="0" y="0"/>
                </a:moveTo>
                <a:lnTo>
                  <a:pt x="11734800" y="0"/>
                </a:lnTo>
                <a:lnTo>
                  <a:pt x="11734800" y="5029200"/>
                </a:lnTo>
                <a:lnTo>
                  <a:pt x="10363200" y="6400800"/>
                </a:lnTo>
                <a:lnTo>
                  <a:pt x="0" y="6400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8" name="Image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7124700" y="685800"/>
            <a:ext cx="4343400" cy="5029200"/>
          </a:xfrm>
          <a:custGeom>
            <a:avLst/>
            <a:gdLst>
              <a:gd name="connsiteX0" fmla="*/ 0 w 4343400"/>
              <a:gd name="connsiteY0" fmla="*/ 0 h 5029200"/>
              <a:gd name="connsiteX1" fmla="*/ 4343400 w 4343400"/>
              <a:gd name="connsiteY1" fmla="*/ 0 h 5029200"/>
              <a:gd name="connsiteX2" fmla="*/ 4343400 w 4343400"/>
              <a:gd name="connsiteY2" fmla="*/ 4381499 h 5029200"/>
              <a:gd name="connsiteX3" fmla="*/ 3695699 w 4343400"/>
              <a:gd name="connsiteY3" fmla="*/ 5029200 h 5029200"/>
              <a:gd name="connsiteX4" fmla="*/ 0 w 4343400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5029200">
                <a:moveTo>
                  <a:pt x="0" y="0"/>
                </a:moveTo>
                <a:lnTo>
                  <a:pt x="4343400" y="0"/>
                </a:lnTo>
                <a:lnTo>
                  <a:pt x="4343400" y="4381499"/>
                </a:lnTo>
                <a:lnTo>
                  <a:pt x="3695699" y="5029200"/>
                </a:lnTo>
                <a:lnTo>
                  <a:pt x="0" y="5029200"/>
                </a:lnTo>
                <a:close/>
              </a:path>
            </a:pathLst>
          </a:custGeom>
          <a:noFill/>
          <a:ln w="127000" cmpd="sng">
            <a:noFill/>
            <a:miter lim="800000"/>
          </a:ln>
        </p:spPr>
        <p:txBody>
          <a:bodyPr vert="horz"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723900" y="4572000"/>
            <a:ext cx="6172200" cy="1143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="1" cap="all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9" name="Divider"/>
          <p:cNvSpPr/>
          <p:nvPr userDrawn="1"/>
        </p:nvSpPr>
        <p:spPr>
          <a:xfrm>
            <a:off x="723900" y="4230044"/>
            <a:ext cx="914400" cy="1188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6172200" cy="33147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90000"/>
              </a:lnSpc>
              <a:defRPr sz="4800" baseline="0"/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14" name="Grounding Bar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-2"/>
            <a:ext cx="766091" cy="46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4BA23E8-94BE-474C-9849-F774F22C0E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00" y="6057900"/>
            <a:ext cx="1756317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2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 animBg="1"/>
    </p:bldLst>
  </p:timing>
  <p:extLst>
    <p:ext uri="{DCECCB84-F9BA-43D5-87BE-67443E8EF086}">
      <p15:sldGuideLst xmlns:p15="http://schemas.microsoft.com/office/powerpoint/2012/main">
        <p15:guide id="1" orient="horz" pos="2520" userDrawn="1">
          <p15:clr>
            <a:srgbClr val="FBAE40"/>
          </p15:clr>
        </p15:guide>
        <p15:guide id="2" orient="horz" pos="2880" userDrawn="1">
          <p15:clr>
            <a:srgbClr val="FBAE40"/>
          </p15:clr>
        </p15:guide>
        <p15:guide id="3" pos="144" userDrawn="1">
          <p15:clr>
            <a:srgbClr val="FBAE40"/>
          </p15:clr>
        </p15:guide>
        <p15:guide id="4" pos="75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Content 2"/>
          <p:cNvSpPr>
            <a:spLocks noGrp="1"/>
          </p:cNvSpPr>
          <p:nvPr>
            <p:ph sz="half" idx="2" hasCustomPrompt="1"/>
          </p:nvPr>
        </p:nvSpPr>
        <p:spPr>
          <a:xfrm>
            <a:off x="6210301" y="2057400"/>
            <a:ext cx="52578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52578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14717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pic>
        <p:nvPicPr>
          <p:cNvPr id="4" name="Spirit Burs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" t="8" r="50010" b="50010"/>
          <a:stretch/>
        </p:blipFill>
        <p:spPr>
          <a:xfrm>
            <a:off x="10209276" y="4463676"/>
            <a:ext cx="1371078" cy="1371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Image"/>
          <p:cNvSpPr>
            <a:spLocks noGrp="1"/>
          </p:cNvSpPr>
          <p:nvPr>
            <p:ph type="pic" sz="quarter" idx="16" hasCustomPrompt="1"/>
          </p:nvPr>
        </p:nvSpPr>
        <p:spPr>
          <a:xfrm>
            <a:off x="8039101" y="2057400"/>
            <a:ext cx="3429000" cy="3657600"/>
          </a:xfrm>
          <a:custGeom>
            <a:avLst/>
            <a:gdLst>
              <a:gd name="connsiteX0" fmla="*/ 457200 w 3429000"/>
              <a:gd name="connsiteY0" fmla="*/ 0 h 3657600"/>
              <a:gd name="connsiteX1" fmla="*/ 3429000 w 3429000"/>
              <a:gd name="connsiteY1" fmla="*/ 0 h 3657600"/>
              <a:gd name="connsiteX2" fmla="*/ 3429000 w 3429000"/>
              <a:gd name="connsiteY2" fmla="*/ 3657600 h 3657600"/>
              <a:gd name="connsiteX3" fmla="*/ 0 w 3429000"/>
              <a:gd name="connsiteY3" fmla="*/ 3657600 h 3657600"/>
              <a:gd name="connsiteX4" fmla="*/ 0 w 3429000"/>
              <a:gd name="connsiteY4" fmla="*/ 45720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000" h="3657600">
                <a:moveTo>
                  <a:pt x="457200" y="0"/>
                </a:moveTo>
                <a:lnTo>
                  <a:pt x="3429000" y="0"/>
                </a:lnTo>
                <a:lnTo>
                  <a:pt x="3429000" y="3657600"/>
                </a:lnTo>
                <a:lnTo>
                  <a:pt x="0" y="36576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70866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9112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mage"/>
          <p:cNvSpPr>
            <a:spLocks noGrp="1"/>
          </p:cNvSpPr>
          <p:nvPr>
            <p:ph type="pic" sz="quarter" idx="16" hasCustomPrompt="1"/>
          </p:nvPr>
        </p:nvSpPr>
        <p:spPr>
          <a:xfrm>
            <a:off x="9867900" y="0"/>
            <a:ext cx="2324100" cy="6858000"/>
          </a:xfrm>
          <a:custGeom>
            <a:avLst/>
            <a:gdLst>
              <a:gd name="connsiteX0" fmla="*/ 457200 w 2324100"/>
              <a:gd name="connsiteY0" fmla="*/ 0 h 6858000"/>
              <a:gd name="connsiteX1" fmla="*/ 2324100 w 2324100"/>
              <a:gd name="connsiteY1" fmla="*/ 0 h 6858000"/>
              <a:gd name="connsiteX2" fmla="*/ 2324100 w 2324100"/>
              <a:gd name="connsiteY2" fmla="*/ 6858000 h 6858000"/>
              <a:gd name="connsiteX3" fmla="*/ 0 w 2324100"/>
              <a:gd name="connsiteY3" fmla="*/ 6858000 h 6858000"/>
              <a:gd name="connsiteX4" fmla="*/ 0 w 2324100"/>
              <a:gd name="connsiteY4" fmla="*/ 4572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100" h="6858000">
                <a:moveTo>
                  <a:pt x="457200" y="0"/>
                </a:moveTo>
                <a:lnTo>
                  <a:pt x="2324100" y="0"/>
                </a:lnTo>
                <a:lnTo>
                  <a:pt x="2324100" y="6858000"/>
                </a:lnTo>
                <a:lnTo>
                  <a:pt x="0" y="6858000"/>
                </a:lnTo>
                <a:lnTo>
                  <a:pt x="0" y="457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800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1" y="6062473"/>
            <a:ext cx="3657600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89154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54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1" y="685802"/>
            <a:ext cx="8915400" cy="685799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678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w/Spo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debar"/>
          <p:cNvSpPr/>
          <p:nvPr userDrawn="1"/>
        </p:nvSpPr>
        <p:spPr>
          <a:xfrm>
            <a:off x="9867900" y="0"/>
            <a:ext cx="23241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Spotlight Caption"/>
          <p:cNvSpPr>
            <a:spLocks noGrp="1"/>
          </p:cNvSpPr>
          <p:nvPr>
            <p:ph type="body" idx="44" hasCustomPrompt="1"/>
          </p:nvPr>
        </p:nvSpPr>
        <p:spPr>
          <a:xfrm>
            <a:off x="10097262" y="3660276"/>
            <a:ext cx="1865376" cy="20547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7" name="Spotlight Heading"/>
          <p:cNvSpPr>
            <a:spLocks noGrp="1"/>
          </p:cNvSpPr>
          <p:nvPr>
            <p:ph type="body" sz="quarter" idx="33" hasCustomPrompt="1"/>
          </p:nvPr>
        </p:nvSpPr>
        <p:spPr>
          <a:xfrm>
            <a:off x="10097262" y="3264407"/>
            <a:ext cx="1865376" cy="276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4" name="Spotlight Divider"/>
          <p:cNvSpPr/>
          <p:nvPr userDrawn="1"/>
        </p:nvSpPr>
        <p:spPr>
          <a:xfrm>
            <a:off x="10801350" y="3090671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Spotlight Image"/>
          <p:cNvSpPr>
            <a:spLocks noGrp="1"/>
          </p:cNvSpPr>
          <p:nvPr>
            <p:ph type="pic" sz="quarter" idx="28" hasCustomPrompt="1"/>
          </p:nvPr>
        </p:nvSpPr>
        <p:spPr>
          <a:xfrm>
            <a:off x="10572750" y="20574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801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1" y="6062473"/>
            <a:ext cx="3657600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0" y="2057400"/>
            <a:ext cx="8915402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5401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1" y="685802"/>
            <a:ext cx="8915400" cy="685799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77931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1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w/Spotlight,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debar"/>
          <p:cNvSpPr/>
          <p:nvPr userDrawn="1"/>
        </p:nvSpPr>
        <p:spPr>
          <a:xfrm>
            <a:off x="9867900" y="0"/>
            <a:ext cx="23240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Spotlight Caption 2"/>
          <p:cNvSpPr>
            <a:spLocks noGrp="1"/>
          </p:cNvSpPr>
          <p:nvPr>
            <p:ph type="body" idx="46" hasCustomPrompt="1"/>
          </p:nvPr>
        </p:nvSpPr>
        <p:spPr>
          <a:xfrm>
            <a:off x="10097262" y="5146177"/>
            <a:ext cx="1865374" cy="148322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4" name="Spotlight Heading 2"/>
          <p:cNvSpPr>
            <a:spLocks noGrp="1"/>
          </p:cNvSpPr>
          <p:nvPr>
            <p:ph type="body" sz="quarter" idx="47" hasCustomPrompt="1"/>
          </p:nvPr>
        </p:nvSpPr>
        <p:spPr>
          <a:xfrm>
            <a:off x="10097262" y="4750308"/>
            <a:ext cx="1865374" cy="276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5" name="Spotlight Divider 2"/>
          <p:cNvSpPr/>
          <p:nvPr userDrawn="1"/>
        </p:nvSpPr>
        <p:spPr>
          <a:xfrm>
            <a:off x="10801349" y="45765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Spotlight Image 2"/>
          <p:cNvSpPr>
            <a:spLocks noGrp="1"/>
          </p:cNvSpPr>
          <p:nvPr>
            <p:ph type="pic" sz="quarter" idx="45" hasCustomPrompt="1"/>
          </p:nvPr>
        </p:nvSpPr>
        <p:spPr>
          <a:xfrm>
            <a:off x="10572749" y="3543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5" name="Spotlight Caption 1"/>
          <p:cNvSpPr>
            <a:spLocks noGrp="1"/>
          </p:cNvSpPr>
          <p:nvPr>
            <p:ph type="body" idx="44" hasCustomPrompt="1"/>
          </p:nvPr>
        </p:nvSpPr>
        <p:spPr>
          <a:xfrm>
            <a:off x="10097262" y="1827189"/>
            <a:ext cx="1865375" cy="148065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7" name="Spotlight 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10097261" y="1431320"/>
            <a:ext cx="1865376" cy="276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Spotlight Divider 1"/>
          <p:cNvSpPr/>
          <p:nvPr userDrawn="1"/>
        </p:nvSpPr>
        <p:spPr>
          <a:xfrm>
            <a:off x="10801349" y="12618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Spotlight 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10572749" y="228601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801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1" y="6062473"/>
            <a:ext cx="3657600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89154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54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1" y="685802"/>
            <a:ext cx="8915400" cy="6857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8101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2" grpId="0"/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/>
      <p:bldP spid="11" grpId="0"/>
    </p:bldLst>
  </p:timing>
  <p:extLst>
    <p:ext uri="{DCECCB84-F9BA-43D5-87BE-67443E8EF086}">
      <p15:sldGuideLst xmlns:p15="http://schemas.microsoft.com/office/powerpoint/2012/main">
        <p15:guide id="3" orient="horz" pos="2232" userDrawn="1">
          <p15:clr>
            <a:srgbClr val="FBAE40"/>
          </p15:clr>
        </p15:guide>
        <p15:guide id="4" orient="horz" pos="208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w/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debar"/>
          <p:cNvSpPr/>
          <p:nvPr userDrawn="1"/>
        </p:nvSpPr>
        <p:spPr>
          <a:xfrm>
            <a:off x="9867900" y="0"/>
            <a:ext cx="23241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Feature Caption"/>
          <p:cNvSpPr>
            <a:spLocks noGrp="1"/>
          </p:cNvSpPr>
          <p:nvPr>
            <p:ph type="body" idx="44" hasCustomPrompt="1"/>
          </p:nvPr>
        </p:nvSpPr>
        <p:spPr>
          <a:xfrm>
            <a:off x="10097262" y="3541408"/>
            <a:ext cx="1865376" cy="21735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7" name="Feature Heading"/>
          <p:cNvSpPr>
            <a:spLocks noGrp="1"/>
          </p:cNvSpPr>
          <p:nvPr>
            <p:ph type="body" sz="quarter" idx="33" hasCustomPrompt="1"/>
          </p:nvPr>
        </p:nvSpPr>
        <p:spPr>
          <a:xfrm>
            <a:off x="10097262" y="3145537"/>
            <a:ext cx="1865376" cy="276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3" name="Feature Divider"/>
          <p:cNvSpPr/>
          <p:nvPr userDrawn="1"/>
        </p:nvSpPr>
        <p:spPr>
          <a:xfrm>
            <a:off x="10097262" y="2971800"/>
            <a:ext cx="1865376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Feature Image"/>
          <p:cNvSpPr>
            <a:spLocks noGrp="1"/>
          </p:cNvSpPr>
          <p:nvPr>
            <p:ph type="pic" sz="quarter" idx="45" hasCustomPrompt="1"/>
          </p:nvPr>
        </p:nvSpPr>
        <p:spPr>
          <a:xfrm>
            <a:off x="10572750" y="20574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799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0" y="6062473"/>
            <a:ext cx="3657601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0" y="2057400"/>
            <a:ext cx="89154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5399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5802"/>
            <a:ext cx="8915400" cy="685799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58890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animBg="1"/>
      <p:bldP spid="18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w/Feature,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debar"/>
          <p:cNvSpPr/>
          <p:nvPr userDrawn="1"/>
        </p:nvSpPr>
        <p:spPr>
          <a:xfrm>
            <a:off x="9867900" y="0"/>
            <a:ext cx="23241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2" name="Feature Caption 2"/>
          <p:cNvSpPr>
            <a:spLocks noGrp="1"/>
          </p:cNvSpPr>
          <p:nvPr>
            <p:ph type="body" idx="46" hasCustomPrompt="1"/>
          </p:nvPr>
        </p:nvSpPr>
        <p:spPr>
          <a:xfrm>
            <a:off x="10097262" y="5033772"/>
            <a:ext cx="1865376" cy="159562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3" name="Feature Heading 2"/>
          <p:cNvSpPr>
            <a:spLocks noGrp="1"/>
          </p:cNvSpPr>
          <p:nvPr>
            <p:ph type="body" sz="quarter" idx="47" hasCustomPrompt="1"/>
          </p:nvPr>
        </p:nvSpPr>
        <p:spPr>
          <a:xfrm>
            <a:off x="10097262" y="4636008"/>
            <a:ext cx="1865376" cy="27432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5" name="Feature Divider 2"/>
          <p:cNvSpPr/>
          <p:nvPr userDrawn="1"/>
        </p:nvSpPr>
        <p:spPr>
          <a:xfrm>
            <a:off x="10097262" y="4457700"/>
            <a:ext cx="1865376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Feature Image 2"/>
          <p:cNvSpPr>
            <a:spLocks noGrp="1"/>
          </p:cNvSpPr>
          <p:nvPr>
            <p:ph type="pic" sz="quarter" idx="48" hasCustomPrompt="1"/>
          </p:nvPr>
        </p:nvSpPr>
        <p:spPr>
          <a:xfrm>
            <a:off x="10572750" y="35433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5" name="Feature Caption 1"/>
          <p:cNvSpPr>
            <a:spLocks noGrp="1"/>
          </p:cNvSpPr>
          <p:nvPr>
            <p:ph type="body" idx="44" hasCustomPrompt="1"/>
          </p:nvPr>
        </p:nvSpPr>
        <p:spPr>
          <a:xfrm>
            <a:off x="10097262" y="1712680"/>
            <a:ext cx="1865376" cy="16020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7" name="Feature 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10097262" y="1321307"/>
            <a:ext cx="1865376" cy="27432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1" name="Feature Divider 1"/>
          <p:cNvSpPr/>
          <p:nvPr userDrawn="1"/>
        </p:nvSpPr>
        <p:spPr>
          <a:xfrm>
            <a:off x="10097262" y="1143000"/>
            <a:ext cx="1865376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Feature Image 1"/>
          <p:cNvSpPr>
            <a:spLocks noGrp="1"/>
          </p:cNvSpPr>
          <p:nvPr>
            <p:ph type="pic" sz="quarter" idx="45" hasCustomPrompt="1"/>
          </p:nvPr>
        </p:nvSpPr>
        <p:spPr>
          <a:xfrm>
            <a:off x="10572750" y="2286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801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1" y="6062473"/>
            <a:ext cx="3657600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89154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4638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8915402" cy="68580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7853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4" grpId="0"/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18" grpId="0"/>
    </p:bldLst>
  </p:timing>
  <p:extLst>
    <p:ext uri="{DCECCB84-F9BA-43D5-87BE-67443E8EF086}">
      <p15:sldGuideLst xmlns:p15="http://schemas.microsoft.com/office/powerpoint/2012/main">
        <p15:guide id="3" orient="horz" pos="2088" userDrawn="1">
          <p15:clr>
            <a:srgbClr val="FBAE40"/>
          </p15:clr>
        </p15:guide>
        <p15:guide id="4" orient="horz" pos="223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w/Image,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debar"/>
          <p:cNvSpPr/>
          <p:nvPr userDrawn="1"/>
        </p:nvSpPr>
        <p:spPr>
          <a:xfrm>
            <a:off x="9867900" y="0"/>
            <a:ext cx="23241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8" name="Feature Image 1"/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115550" y="2514600"/>
            <a:ext cx="1828800" cy="1828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801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1" y="6062473"/>
            <a:ext cx="3657600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89154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4638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8915402" cy="68580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  <p:extLst>
    <p:ext uri="{DCECCB84-F9BA-43D5-87BE-67443E8EF086}">
      <p15:sldGuideLst xmlns:p15="http://schemas.microsoft.com/office/powerpoint/2012/main">
        <p15:guide id="3" orient="horz" pos="2088">
          <p15:clr>
            <a:srgbClr val="FBAE40"/>
          </p15:clr>
        </p15:guide>
        <p15:guide id="4" orient="horz" pos="223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w/Image,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debar"/>
          <p:cNvSpPr/>
          <p:nvPr userDrawn="1"/>
        </p:nvSpPr>
        <p:spPr>
          <a:xfrm>
            <a:off x="9867900" y="0"/>
            <a:ext cx="23241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8" name="Feature Image 1"/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115550" y="1485900"/>
            <a:ext cx="1828800" cy="1828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801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1" y="6062473"/>
            <a:ext cx="3657600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89154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4638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8915402" cy="68580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9" name="Feature Image 1"/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10115550" y="3539517"/>
            <a:ext cx="1828800" cy="1828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  <p:extLst>
    <p:ext uri="{DCECCB84-F9BA-43D5-87BE-67443E8EF086}">
      <p15:sldGuideLst xmlns:p15="http://schemas.microsoft.com/office/powerpoint/2012/main">
        <p15:guide id="3" orient="horz" pos="2088">
          <p15:clr>
            <a:srgbClr val="FBAE40"/>
          </p15:clr>
        </p15:guide>
        <p15:guide id="4" orient="horz" pos="22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w/Image,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debar"/>
          <p:cNvSpPr/>
          <p:nvPr userDrawn="1"/>
        </p:nvSpPr>
        <p:spPr>
          <a:xfrm>
            <a:off x="9867900" y="0"/>
            <a:ext cx="23241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4" name="Feature Image 2"/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10108233" y="2514600"/>
            <a:ext cx="1828800" cy="1828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8" name="Feature Image 1"/>
          <p:cNvSpPr>
            <a:spLocks noGrp="1"/>
          </p:cNvSpPr>
          <p:nvPr>
            <p:ph type="pic" sz="quarter" idx="45" hasCustomPrompt="1"/>
          </p:nvPr>
        </p:nvSpPr>
        <p:spPr>
          <a:xfrm>
            <a:off x="10115550" y="457200"/>
            <a:ext cx="1828800" cy="1828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801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1" y="6062473"/>
            <a:ext cx="3657600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89154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4638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8915402" cy="685800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15" name="Feature Image 2"/>
          <p:cNvSpPr>
            <a:spLocks noGrp="1" noChangeAspect="1"/>
          </p:cNvSpPr>
          <p:nvPr>
            <p:ph type="pic" sz="quarter" idx="49" hasCustomPrompt="1"/>
          </p:nvPr>
        </p:nvSpPr>
        <p:spPr>
          <a:xfrm>
            <a:off x="10108233" y="4572000"/>
            <a:ext cx="1828800" cy="1828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8" grpId="0"/>
      <p:bldP spid="15" grpId="0"/>
    </p:bldLst>
  </p:timing>
  <p:extLst>
    <p:ext uri="{DCECCB84-F9BA-43D5-87BE-67443E8EF086}">
      <p15:sldGuideLst xmlns:p15="http://schemas.microsoft.com/office/powerpoint/2012/main">
        <p15:guide id="3" orient="horz" pos="2088">
          <p15:clr>
            <a:srgbClr val="FBAE40"/>
          </p15:clr>
        </p15:guide>
        <p15:guide id="4" orient="horz" pos="223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Sidebar w/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idebar"/>
          <p:cNvSpPr/>
          <p:nvPr userDrawn="1"/>
        </p:nvSpPr>
        <p:spPr>
          <a:xfrm>
            <a:off x="9867900" y="0"/>
            <a:ext cx="23241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Callout Icon"/>
          <p:cNvSpPr>
            <a:spLocks noGrp="1"/>
          </p:cNvSpPr>
          <p:nvPr>
            <p:ph type="pic" sz="quarter" idx="35" hasCustomPrompt="1"/>
          </p:nvPr>
        </p:nvSpPr>
        <p:spPr>
          <a:xfrm>
            <a:off x="10096500" y="5257800"/>
            <a:ext cx="457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2" name="Callout Caption"/>
          <p:cNvSpPr>
            <a:spLocks noGrp="1"/>
          </p:cNvSpPr>
          <p:nvPr>
            <p:ph type="body" sz="quarter" idx="34" hasCustomPrompt="1"/>
          </p:nvPr>
        </p:nvSpPr>
        <p:spPr>
          <a:xfrm>
            <a:off x="10097262" y="2565452"/>
            <a:ext cx="1865376" cy="245059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cap="all">
                <a:solidFill>
                  <a:schemeClr val="bg1"/>
                </a:solidFill>
                <a:latin typeface="Impact" charset="0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0" name="Callout Heading"/>
          <p:cNvSpPr>
            <a:spLocks noGrp="1"/>
          </p:cNvSpPr>
          <p:nvPr>
            <p:ph type="body" sz="quarter" idx="33" hasCustomPrompt="1"/>
          </p:nvPr>
        </p:nvSpPr>
        <p:spPr>
          <a:xfrm>
            <a:off x="10097262" y="2231136"/>
            <a:ext cx="1865376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4" name="Callout Divider"/>
          <p:cNvSpPr/>
          <p:nvPr userDrawn="1"/>
        </p:nvSpPr>
        <p:spPr>
          <a:xfrm>
            <a:off x="10096500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8953500" y="6062473"/>
            <a:ext cx="685799" cy="338328"/>
          </a:xfrm>
        </p:spPr>
        <p:txBody>
          <a:bodyPr/>
          <a:lstStyle/>
          <a:p>
            <a:fld id="{DCFE8AC6-424E-904F-AE4A-648F5E9D72F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5"/>
          </p:nvPr>
        </p:nvSpPr>
        <p:spPr>
          <a:xfrm>
            <a:off x="5295900" y="6062473"/>
            <a:ext cx="3657601" cy="338328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sz="half" idx="1" hasCustomPrompt="1"/>
          </p:nvPr>
        </p:nvSpPr>
        <p:spPr>
          <a:xfrm>
            <a:off x="723901" y="2057400"/>
            <a:ext cx="8915400" cy="36576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8915399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2" y="685801"/>
            <a:ext cx="8915398" cy="685802"/>
          </a:xfrm>
        </p:spPr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7981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"/>
          <p:cNvSpPr>
            <a:spLocks noGrp="1"/>
          </p:cNvSpPr>
          <p:nvPr>
            <p:ph type="pic" sz="quarter" idx="12" hasCustomPrompt="1"/>
          </p:nvPr>
        </p:nvSpPr>
        <p:spPr>
          <a:xfrm>
            <a:off x="7124700" y="1"/>
            <a:ext cx="5067300" cy="6857999"/>
          </a:xfrm>
          <a:custGeom>
            <a:avLst/>
            <a:gdLst>
              <a:gd name="connsiteX0" fmla="*/ 689318 w 5067300"/>
              <a:gd name="connsiteY0" fmla="*/ 0 h 6857999"/>
              <a:gd name="connsiteX1" fmla="*/ 5067300 w 5067300"/>
              <a:gd name="connsiteY1" fmla="*/ 0 h 6857999"/>
              <a:gd name="connsiteX2" fmla="*/ 5067300 w 5067300"/>
              <a:gd name="connsiteY2" fmla="*/ 6857999 h 6857999"/>
              <a:gd name="connsiteX3" fmla="*/ 0 w 5067300"/>
              <a:gd name="connsiteY3" fmla="*/ 6857999 h 6857999"/>
              <a:gd name="connsiteX4" fmla="*/ 0 w 5067300"/>
              <a:gd name="connsiteY4" fmla="*/ 68931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67300" h="6857999">
                <a:moveTo>
                  <a:pt x="689318" y="0"/>
                </a:moveTo>
                <a:lnTo>
                  <a:pt x="5067300" y="0"/>
                </a:lnTo>
                <a:lnTo>
                  <a:pt x="5067300" y="6857999"/>
                </a:lnTo>
                <a:lnTo>
                  <a:pt x="0" y="6857999"/>
                </a:lnTo>
                <a:lnTo>
                  <a:pt x="0" y="689318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" name="Content"/>
          <p:cNvSpPr>
            <a:spLocks noGrp="1"/>
          </p:cNvSpPr>
          <p:nvPr>
            <p:ph sz="quarter" idx="16"/>
          </p:nvPr>
        </p:nvSpPr>
        <p:spPr>
          <a:xfrm>
            <a:off x="723901" y="2057400"/>
            <a:ext cx="6172198" cy="36576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6172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1" y="689319"/>
            <a:ext cx="6172200" cy="682282"/>
          </a:xfrm>
        </p:spPr>
        <p:txBody>
          <a:bodyPr anchor="b">
            <a:normAutofit/>
          </a:bodyPr>
          <a:lstStyle>
            <a:lvl1pPr>
              <a:defRPr sz="4400"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47740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Full Image, Sidebar w/Spo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idebar"/>
          <p:cNvSpPr/>
          <p:nvPr userDrawn="1"/>
        </p:nvSpPr>
        <p:spPr>
          <a:xfrm>
            <a:off x="9867899" y="0"/>
            <a:ext cx="23241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Spotlight Caption"/>
          <p:cNvSpPr>
            <a:spLocks noGrp="1"/>
          </p:cNvSpPr>
          <p:nvPr>
            <p:ph type="body" idx="44" hasCustomPrompt="1"/>
          </p:nvPr>
        </p:nvSpPr>
        <p:spPr>
          <a:xfrm>
            <a:off x="10097261" y="3660285"/>
            <a:ext cx="1865376" cy="205471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4" name="Spotlight Heading"/>
          <p:cNvSpPr>
            <a:spLocks noGrp="1"/>
          </p:cNvSpPr>
          <p:nvPr>
            <p:ph type="body" sz="quarter" idx="33" hasCustomPrompt="1"/>
          </p:nvPr>
        </p:nvSpPr>
        <p:spPr>
          <a:xfrm>
            <a:off x="10097261" y="3264413"/>
            <a:ext cx="1865376" cy="2769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5" name="Spotlight Divider"/>
          <p:cNvSpPr/>
          <p:nvPr userDrawn="1"/>
        </p:nvSpPr>
        <p:spPr>
          <a:xfrm>
            <a:off x="10801349" y="3090674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Spotlight Image"/>
          <p:cNvSpPr>
            <a:spLocks noGrp="1"/>
          </p:cNvSpPr>
          <p:nvPr>
            <p:ph type="pic" sz="quarter" idx="28" hasCustomPrompt="1"/>
          </p:nvPr>
        </p:nvSpPr>
        <p:spPr>
          <a:xfrm>
            <a:off x="10572749" y="20574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7" name="Image"/>
          <p:cNvSpPr>
            <a:spLocks noGrp="1"/>
          </p:cNvSpPr>
          <p:nvPr>
            <p:ph type="pic" sz="quarter" idx="12" hasCustomPrompt="1"/>
          </p:nvPr>
        </p:nvSpPr>
        <p:spPr>
          <a:xfrm>
            <a:off x="5295901" y="0"/>
            <a:ext cx="4571998" cy="6858000"/>
          </a:xfrm>
          <a:custGeom>
            <a:avLst/>
            <a:gdLst>
              <a:gd name="connsiteX0" fmla="*/ 685800 w 4571998"/>
              <a:gd name="connsiteY0" fmla="*/ 0 h 6858000"/>
              <a:gd name="connsiteX1" fmla="*/ 4571998 w 4571998"/>
              <a:gd name="connsiteY1" fmla="*/ 0 h 6858000"/>
              <a:gd name="connsiteX2" fmla="*/ 4571998 w 4571998"/>
              <a:gd name="connsiteY2" fmla="*/ 6858000 h 6858000"/>
              <a:gd name="connsiteX3" fmla="*/ 0 w 4571998"/>
              <a:gd name="connsiteY3" fmla="*/ 6858000 h 6858000"/>
              <a:gd name="connsiteX4" fmla="*/ 0 w 4571998"/>
              <a:gd name="connsiteY4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1998" h="6858000">
                <a:moveTo>
                  <a:pt x="685800" y="0"/>
                </a:moveTo>
                <a:lnTo>
                  <a:pt x="4571998" y="0"/>
                </a:lnTo>
                <a:lnTo>
                  <a:pt x="4571998" y="6858000"/>
                </a:lnTo>
                <a:lnTo>
                  <a:pt x="0" y="6858000"/>
                </a:lnTo>
                <a:lnTo>
                  <a:pt x="0" y="685800"/>
                </a:lnTo>
                <a:close/>
              </a:path>
            </a:pathLst>
          </a:cu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" name="Content"/>
          <p:cNvSpPr>
            <a:spLocks noGrp="1"/>
          </p:cNvSpPr>
          <p:nvPr>
            <p:ph sz="quarter" idx="16"/>
          </p:nvPr>
        </p:nvSpPr>
        <p:spPr>
          <a:xfrm>
            <a:off x="723901" y="2057401"/>
            <a:ext cx="4343400" cy="3657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4342639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89319"/>
            <a:ext cx="4343400" cy="682282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6222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1" grpId="0"/>
      <p:bldP spid="17" grpId="0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,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14" name="Caption 2"/>
          <p:cNvSpPr>
            <a:spLocks noGrp="1"/>
          </p:cNvSpPr>
          <p:nvPr>
            <p:ph type="body" idx="113" hasCustomPrompt="1"/>
          </p:nvPr>
        </p:nvSpPr>
        <p:spPr>
          <a:xfrm>
            <a:off x="6210301" y="4152212"/>
            <a:ext cx="5257800" cy="156278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5" name="Heading 2"/>
          <p:cNvSpPr>
            <a:spLocks noGrp="1"/>
          </p:cNvSpPr>
          <p:nvPr>
            <p:ph type="body" sz="quarter" idx="114" hasCustomPrompt="1"/>
          </p:nvPr>
        </p:nvSpPr>
        <p:spPr>
          <a:xfrm>
            <a:off x="6210301" y="3602596"/>
            <a:ext cx="52578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Divider 2"/>
          <p:cNvSpPr/>
          <p:nvPr userDrawn="1"/>
        </p:nvSpPr>
        <p:spPr>
          <a:xfrm>
            <a:off x="62103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0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901" y="4152212"/>
            <a:ext cx="5257800" cy="156278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51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1" y="3602595"/>
            <a:ext cx="52578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2" name="Divider 1"/>
          <p:cNvSpPr/>
          <p:nvPr userDrawn="1"/>
        </p:nvSpPr>
        <p:spPr>
          <a:xfrm>
            <a:off x="7239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2159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,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24" name="Caption 3"/>
          <p:cNvSpPr>
            <a:spLocks noGrp="1"/>
          </p:cNvSpPr>
          <p:nvPr>
            <p:ph type="body" idx="115" hasCustomPrompt="1"/>
          </p:nvPr>
        </p:nvSpPr>
        <p:spPr>
          <a:xfrm>
            <a:off x="8039101" y="4134879"/>
            <a:ext cx="3429000" cy="15801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5" name="Heading 3"/>
          <p:cNvSpPr>
            <a:spLocks noGrp="1"/>
          </p:cNvSpPr>
          <p:nvPr>
            <p:ph type="body" sz="quarter" idx="116" hasCustomPrompt="1"/>
          </p:nvPr>
        </p:nvSpPr>
        <p:spPr>
          <a:xfrm>
            <a:off x="8039101" y="3594696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6" name="Divider 3"/>
          <p:cNvSpPr/>
          <p:nvPr userDrawn="1"/>
        </p:nvSpPr>
        <p:spPr>
          <a:xfrm>
            <a:off x="8039100" y="3430534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Caption 2"/>
          <p:cNvSpPr>
            <a:spLocks noGrp="1"/>
          </p:cNvSpPr>
          <p:nvPr>
            <p:ph type="body" idx="113" hasCustomPrompt="1"/>
          </p:nvPr>
        </p:nvSpPr>
        <p:spPr>
          <a:xfrm>
            <a:off x="4381501" y="4134879"/>
            <a:ext cx="3429000" cy="15801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2" name="Heading 2"/>
          <p:cNvSpPr>
            <a:spLocks noGrp="1"/>
          </p:cNvSpPr>
          <p:nvPr>
            <p:ph type="body" sz="quarter" idx="114" hasCustomPrompt="1"/>
          </p:nvPr>
        </p:nvSpPr>
        <p:spPr>
          <a:xfrm>
            <a:off x="4381501" y="3594696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3" name="Divider 2"/>
          <p:cNvSpPr/>
          <p:nvPr userDrawn="1"/>
        </p:nvSpPr>
        <p:spPr>
          <a:xfrm>
            <a:off x="4381500" y="3430534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900" y="4134879"/>
            <a:ext cx="3429000" cy="15801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9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1" y="3594696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Divider 1"/>
          <p:cNvSpPr/>
          <p:nvPr userDrawn="1"/>
        </p:nvSpPr>
        <p:spPr>
          <a:xfrm>
            <a:off x="723900" y="3430534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63396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3" grpId="0" animBg="1"/>
      <p:bldP spid="20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,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37" name="Caption 4"/>
          <p:cNvSpPr>
            <a:spLocks noGrp="1"/>
          </p:cNvSpPr>
          <p:nvPr>
            <p:ph type="body" idx="117" hasCustomPrompt="1"/>
          </p:nvPr>
        </p:nvSpPr>
        <p:spPr>
          <a:xfrm>
            <a:off x="8953501" y="4011092"/>
            <a:ext cx="2514600" cy="170390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8" name="Heading 4"/>
          <p:cNvSpPr>
            <a:spLocks noGrp="1"/>
          </p:cNvSpPr>
          <p:nvPr>
            <p:ph type="body" sz="quarter" idx="118" hasCustomPrompt="1"/>
          </p:nvPr>
        </p:nvSpPr>
        <p:spPr>
          <a:xfrm>
            <a:off x="8953501" y="3593590"/>
            <a:ext cx="2514600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Divider 4"/>
          <p:cNvSpPr/>
          <p:nvPr userDrawn="1"/>
        </p:nvSpPr>
        <p:spPr>
          <a:xfrm>
            <a:off x="89535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Caption 3"/>
          <p:cNvSpPr>
            <a:spLocks noGrp="1"/>
          </p:cNvSpPr>
          <p:nvPr>
            <p:ph type="body" idx="115" hasCustomPrompt="1"/>
          </p:nvPr>
        </p:nvSpPr>
        <p:spPr>
          <a:xfrm>
            <a:off x="6210301" y="4011092"/>
            <a:ext cx="2514600" cy="170390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3" name="Heading 3"/>
          <p:cNvSpPr>
            <a:spLocks noGrp="1"/>
          </p:cNvSpPr>
          <p:nvPr>
            <p:ph type="body" sz="quarter" idx="116" hasCustomPrompt="1"/>
          </p:nvPr>
        </p:nvSpPr>
        <p:spPr>
          <a:xfrm>
            <a:off x="6210301" y="3593590"/>
            <a:ext cx="2514600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3"/>
          <p:cNvSpPr/>
          <p:nvPr userDrawn="1"/>
        </p:nvSpPr>
        <p:spPr>
          <a:xfrm>
            <a:off x="62103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Caption 2"/>
          <p:cNvSpPr>
            <a:spLocks noGrp="1"/>
          </p:cNvSpPr>
          <p:nvPr>
            <p:ph type="body" idx="113" hasCustomPrompt="1"/>
          </p:nvPr>
        </p:nvSpPr>
        <p:spPr>
          <a:xfrm>
            <a:off x="3467101" y="4011092"/>
            <a:ext cx="2514600" cy="170390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0" name="Heading 2"/>
          <p:cNvSpPr>
            <a:spLocks noGrp="1"/>
          </p:cNvSpPr>
          <p:nvPr>
            <p:ph type="body" sz="quarter" idx="114" hasCustomPrompt="1"/>
          </p:nvPr>
        </p:nvSpPr>
        <p:spPr>
          <a:xfrm>
            <a:off x="3467101" y="3593590"/>
            <a:ext cx="2514600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1" name="Divider 2"/>
          <p:cNvSpPr/>
          <p:nvPr userDrawn="1"/>
        </p:nvSpPr>
        <p:spPr>
          <a:xfrm>
            <a:off x="34671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901" y="4011092"/>
            <a:ext cx="2514600" cy="170390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1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1" y="3593590"/>
            <a:ext cx="2514600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8" name="Divider 1"/>
          <p:cNvSpPr/>
          <p:nvPr userDrawn="1"/>
        </p:nvSpPr>
        <p:spPr>
          <a:xfrm>
            <a:off x="7239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31506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6" grpId="0" animBg="1"/>
      <p:bldP spid="31" grpId="0" animBg="1"/>
      <p:bldP spid="28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, 4 Blocks,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9" name="Caption 4"/>
          <p:cNvSpPr>
            <a:spLocks noGrp="1"/>
          </p:cNvSpPr>
          <p:nvPr>
            <p:ph type="body" idx="117" hasCustomPrompt="1"/>
          </p:nvPr>
        </p:nvSpPr>
        <p:spPr>
          <a:xfrm>
            <a:off x="6210298" y="4706754"/>
            <a:ext cx="5257802" cy="100824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50" name="Heading 4"/>
          <p:cNvSpPr>
            <a:spLocks noGrp="1"/>
          </p:cNvSpPr>
          <p:nvPr>
            <p:ph type="body" sz="quarter" idx="118" hasCustomPrompt="1"/>
          </p:nvPr>
        </p:nvSpPr>
        <p:spPr>
          <a:xfrm>
            <a:off x="6210298" y="4165616"/>
            <a:ext cx="5257802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1" name="Divider 4"/>
          <p:cNvSpPr/>
          <p:nvPr userDrawn="1"/>
        </p:nvSpPr>
        <p:spPr>
          <a:xfrm>
            <a:off x="6210298" y="40005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5" name="Caption 3"/>
          <p:cNvSpPr>
            <a:spLocks noGrp="1"/>
          </p:cNvSpPr>
          <p:nvPr>
            <p:ph type="body" idx="115" hasCustomPrompt="1"/>
          </p:nvPr>
        </p:nvSpPr>
        <p:spPr>
          <a:xfrm>
            <a:off x="723898" y="4706754"/>
            <a:ext cx="5257802" cy="100824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7" name="Heading 3"/>
          <p:cNvSpPr>
            <a:spLocks noGrp="1"/>
          </p:cNvSpPr>
          <p:nvPr>
            <p:ph type="body" sz="quarter" idx="116" hasCustomPrompt="1"/>
          </p:nvPr>
        </p:nvSpPr>
        <p:spPr>
          <a:xfrm>
            <a:off x="723898" y="4165616"/>
            <a:ext cx="5257802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8" name="Divider 3"/>
          <p:cNvSpPr/>
          <p:nvPr userDrawn="1"/>
        </p:nvSpPr>
        <p:spPr>
          <a:xfrm>
            <a:off x="723898" y="40005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2" name="Caption 2"/>
          <p:cNvSpPr>
            <a:spLocks noGrp="1"/>
          </p:cNvSpPr>
          <p:nvPr>
            <p:ph type="body" idx="113" hasCustomPrompt="1"/>
          </p:nvPr>
        </p:nvSpPr>
        <p:spPr>
          <a:xfrm>
            <a:off x="6210298" y="2776324"/>
            <a:ext cx="5257802" cy="99557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3" name="Heading 2"/>
          <p:cNvSpPr>
            <a:spLocks noGrp="1"/>
          </p:cNvSpPr>
          <p:nvPr>
            <p:ph type="body" sz="quarter" idx="114" hasCustomPrompt="1"/>
          </p:nvPr>
        </p:nvSpPr>
        <p:spPr>
          <a:xfrm>
            <a:off x="6210298" y="2231137"/>
            <a:ext cx="5257802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4" name="Divider 2"/>
          <p:cNvSpPr/>
          <p:nvPr userDrawn="1"/>
        </p:nvSpPr>
        <p:spPr>
          <a:xfrm>
            <a:off x="6210298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898" y="2776324"/>
            <a:ext cx="5257802" cy="99557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6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898" y="2231137"/>
            <a:ext cx="5257802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Divider 1"/>
          <p:cNvSpPr/>
          <p:nvPr userDrawn="1"/>
        </p:nvSpPr>
        <p:spPr>
          <a:xfrm>
            <a:off x="723898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85746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39" grpId="0" animBg="1"/>
    </p:bldLst>
  </p:timing>
  <p:extLst>
    <p:ext uri="{DCECCB84-F9BA-43D5-87BE-67443E8EF086}">
      <p15:sldGuideLst xmlns:p15="http://schemas.microsoft.com/office/powerpoint/2012/main">
        <p15:guide id="1" orient="horz" pos="2376" userDrawn="1">
          <p15:clr>
            <a:srgbClr val="FBAE40"/>
          </p15:clr>
        </p15:guide>
        <p15:guide id="2" orient="horz" pos="252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, 6 Blocks,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7" name="Caption 6"/>
          <p:cNvSpPr>
            <a:spLocks noGrp="1"/>
          </p:cNvSpPr>
          <p:nvPr>
            <p:ph type="body" idx="121" hasCustomPrompt="1"/>
          </p:nvPr>
        </p:nvSpPr>
        <p:spPr>
          <a:xfrm>
            <a:off x="8039100" y="4707209"/>
            <a:ext cx="3429000" cy="100779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58" name="Heading 6"/>
          <p:cNvSpPr>
            <a:spLocks noGrp="1"/>
          </p:cNvSpPr>
          <p:nvPr>
            <p:ph type="body" sz="quarter" idx="122" hasCustomPrompt="1"/>
          </p:nvPr>
        </p:nvSpPr>
        <p:spPr>
          <a:xfrm>
            <a:off x="8039100" y="4168130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1" name="Divider 6"/>
          <p:cNvSpPr/>
          <p:nvPr userDrawn="1"/>
        </p:nvSpPr>
        <p:spPr>
          <a:xfrm>
            <a:off x="8039100" y="4005073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4" name="Caption 5"/>
          <p:cNvSpPr>
            <a:spLocks noGrp="1"/>
          </p:cNvSpPr>
          <p:nvPr>
            <p:ph type="body" idx="119" hasCustomPrompt="1"/>
          </p:nvPr>
        </p:nvSpPr>
        <p:spPr>
          <a:xfrm>
            <a:off x="4381500" y="4707209"/>
            <a:ext cx="3429000" cy="100779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55" name="Heading 5"/>
          <p:cNvSpPr>
            <a:spLocks noGrp="1"/>
          </p:cNvSpPr>
          <p:nvPr>
            <p:ph type="body" sz="quarter" idx="120" hasCustomPrompt="1"/>
          </p:nvPr>
        </p:nvSpPr>
        <p:spPr>
          <a:xfrm>
            <a:off x="4381500" y="4168130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6" name="Divider 5"/>
          <p:cNvSpPr/>
          <p:nvPr userDrawn="1"/>
        </p:nvSpPr>
        <p:spPr>
          <a:xfrm>
            <a:off x="4381500" y="4005073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1" name="Caption 4"/>
          <p:cNvSpPr>
            <a:spLocks noGrp="1"/>
          </p:cNvSpPr>
          <p:nvPr>
            <p:ph type="body" idx="117" hasCustomPrompt="1"/>
          </p:nvPr>
        </p:nvSpPr>
        <p:spPr>
          <a:xfrm>
            <a:off x="723900" y="4707209"/>
            <a:ext cx="3429000" cy="100779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52" name="Heading 4"/>
          <p:cNvSpPr>
            <a:spLocks noGrp="1"/>
          </p:cNvSpPr>
          <p:nvPr>
            <p:ph type="body" sz="quarter" idx="118" hasCustomPrompt="1"/>
          </p:nvPr>
        </p:nvSpPr>
        <p:spPr>
          <a:xfrm>
            <a:off x="723900" y="4168130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3" name="Divider 4"/>
          <p:cNvSpPr/>
          <p:nvPr userDrawn="1"/>
        </p:nvSpPr>
        <p:spPr>
          <a:xfrm>
            <a:off x="723900" y="4005073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8" name="Caption 3"/>
          <p:cNvSpPr>
            <a:spLocks noGrp="1"/>
          </p:cNvSpPr>
          <p:nvPr>
            <p:ph type="body" idx="115" hasCustomPrompt="1"/>
          </p:nvPr>
        </p:nvSpPr>
        <p:spPr>
          <a:xfrm>
            <a:off x="8039100" y="2771752"/>
            <a:ext cx="3429000" cy="10001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9" name="Heading 3"/>
          <p:cNvSpPr>
            <a:spLocks noGrp="1"/>
          </p:cNvSpPr>
          <p:nvPr>
            <p:ph type="body" sz="quarter" idx="116" hasCustomPrompt="1"/>
          </p:nvPr>
        </p:nvSpPr>
        <p:spPr>
          <a:xfrm>
            <a:off x="8039100" y="2226565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0" name="Divider 3"/>
          <p:cNvSpPr/>
          <p:nvPr userDrawn="1"/>
        </p:nvSpPr>
        <p:spPr>
          <a:xfrm>
            <a:off x="8039100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4" name="Caption 2"/>
          <p:cNvSpPr>
            <a:spLocks noGrp="1"/>
          </p:cNvSpPr>
          <p:nvPr>
            <p:ph type="body" idx="113" hasCustomPrompt="1"/>
          </p:nvPr>
        </p:nvSpPr>
        <p:spPr>
          <a:xfrm>
            <a:off x="4381500" y="2771752"/>
            <a:ext cx="3429000" cy="10001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5" name="Heading 2"/>
          <p:cNvSpPr>
            <a:spLocks noGrp="1"/>
          </p:cNvSpPr>
          <p:nvPr>
            <p:ph type="body" sz="quarter" idx="114" hasCustomPrompt="1"/>
          </p:nvPr>
        </p:nvSpPr>
        <p:spPr>
          <a:xfrm>
            <a:off x="4381500" y="2226565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7" name="Divider 2"/>
          <p:cNvSpPr/>
          <p:nvPr userDrawn="1"/>
        </p:nvSpPr>
        <p:spPr>
          <a:xfrm>
            <a:off x="4381500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9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900" y="2771752"/>
            <a:ext cx="3429000" cy="100014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2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0" y="2226565"/>
            <a:ext cx="3429000" cy="43088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3" name="Divider 1"/>
          <p:cNvSpPr/>
          <p:nvPr userDrawn="1"/>
        </p:nvSpPr>
        <p:spPr>
          <a:xfrm>
            <a:off x="723900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87168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56" grpId="0" animBg="1"/>
      <p:bldP spid="53" grpId="0" animBg="1"/>
      <p:bldP spid="50" grpId="0" animBg="1"/>
      <p:bldP spid="47" grpId="0" animBg="1"/>
      <p:bldP spid="43" grpId="0" animBg="1"/>
    </p:bldLst>
  </p:timing>
  <p:extLst>
    <p:ext uri="{DCECCB84-F9BA-43D5-87BE-67443E8EF086}">
      <p15:sldGuideLst xmlns:p15="http://schemas.microsoft.com/office/powerpoint/2012/main">
        <p15:guide id="1" orient="horz" pos="2376" userDrawn="1">
          <p15:clr>
            <a:srgbClr val="FBAE40"/>
          </p15:clr>
        </p15:guide>
        <p15:guide id="2" orient="horz" pos="252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,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26" name="Caption 2"/>
          <p:cNvSpPr>
            <a:spLocks noGrp="1"/>
          </p:cNvSpPr>
          <p:nvPr>
            <p:ph type="body" sz="quarter" idx="139" hasCustomPrompt="1"/>
          </p:nvPr>
        </p:nvSpPr>
        <p:spPr>
          <a:xfrm>
            <a:off x="6210300" y="4131812"/>
            <a:ext cx="5257800" cy="15831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0" name="Heading 2"/>
          <p:cNvSpPr>
            <a:spLocks noGrp="1"/>
          </p:cNvSpPr>
          <p:nvPr>
            <p:ph type="body" sz="quarter" idx="144" hasCustomPrompt="1"/>
          </p:nvPr>
        </p:nvSpPr>
        <p:spPr>
          <a:xfrm>
            <a:off x="6210300" y="3592395"/>
            <a:ext cx="5257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2"/>
          <p:cNvSpPr/>
          <p:nvPr userDrawn="1"/>
        </p:nvSpPr>
        <p:spPr>
          <a:xfrm>
            <a:off x="86106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Number 2"/>
          <p:cNvSpPr>
            <a:spLocks noGrp="1"/>
          </p:cNvSpPr>
          <p:nvPr>
            <p:ph type="body" sz="quarter" idx="138" hasCustomPrompt="1"/>
          </p:nvPr>
        </p:nvSpPr>
        <p:spPr>
          <a:xfrm>
            <a:off x="6210300" y="2483704"/>
            <a:ext cx="5257800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33" name="Line 1"/>
          <p:cNvCxnSpPr/>
          <p:nvPr userDrawn="1"/>
        </p:nvCxnSpPr>
        <p:spPr>
          <a:xfrm>
            <a:off x="6094957" y="2057400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ption 1"/>
          <p:cNvSpPr>
            <a:spLocks noGrp="1"/>
          </p:cNvSpPr>
          <p:nvPr>
            <p:ph type="body" sz="quarter" idx="135" hasCustomPrompt="1"/>
          </p:nvPr>
        </p:nvSpPr>
        <p:spPr>
          <a:xfrm>
            <a:off x="723900" y="4131812"/>
            <a:ext cx="5257800" cy="15831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4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0" y="3592395"/>
            <a:ext cx="5257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5" name="Divider 1"/>
          <p:cNvSpPr/>
          <p:nvPr userDrawn="1"/>
        </p:nvSpPr>
        <p:spPr>
          <a:xfrm>
            <a:off x="31242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Number 1"/>
          <p:cNvSpPr>
            <a:spLocks noGrp="1"/>
          </p:cNvSpPr>
          <p:nvPr>
            <p:ph type="body" sz="quarter" idx="125" hasCustomPrompt="1"/>
          </p:nvPr>
        </p:nvSpPr>
        <p:spPr>
          <a:xfrm>
            <a:off x="723900" y="2483704"/>
            <a:ext cx="5257800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338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5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  <p:bldP spid="32" grpId="0" build="p">
        <p:tmplLst>
          <p:tmpl lvl="1">
            <p:tnLst>
              <p:par>
                <p:cTn presetID="1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088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,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31" name="Caption 3"/>
          <p:cNvSpPr>
            <a:spLocks noGrp="1"/>
          </p:cNvSpPr>
          <p:nvPr>
            <p:ph type="body" sz="quarter" idx="143" hasCustomPrompt="1"/>
          </p:nvPr>
        </p:nvSpPr>
        <p:spPr>
          <a:xfrm>
            <a:off x="8039100" y="4131812"/>
            <a:ext cx="3429000" cy="15831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1" name="Heading 3"/>
          <p:cNvSpPr>
            <a:spLocks noGrp="1"/>
          </p:cNvSpPr>
          <p:nvPr>
            <p:ph type="body" sz="quarter" idx="145" hasCustomPrompt="1"/>
          </p:nvPr>
        </p:nvSpPr>
        <p:spPr>
          <a:xfrm>
            <a:off x="8039100" y="3592395"/>
            <a:ext cx="34290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7" name="Divider 3"/>
          <p:cNvSpPr/>
          <p:nvPr userDrawn="1"/>
        </p:nvSpPr>
        <p:spPr>
          <a:xfrm>
            <a:off x="95250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Number 3"/>
          <p:cNvSpPr>
            <a:spLocks noGrp="1"/>
          </p:cNvSpPr>
          <p:nvPr>
            <p:ph type="body" sz="quarter" idx="142" hasCustomPrompt="1"/>
          </p:nvPr>
        </p:nvSpPr>
        <p:spPr>
          <a:xfrm>
            <a:off x="8039100" y="2483704"/>
            <a:ext cx="3429000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34" name="Line 2"/>
          <p:cNvCxnSpPr/>
          <p:nvPr userDrawn="1"/>
        </p:nvCxnSpPr>
        <p:spPr>
          <a:xfrm>
            <a:off x="7920591" y="2057400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ption 2"/>
          <p:cNvSpPr>
            <a:spLocks noGrp="1"/>
          </p:cNvSpPr>
          <p:nvPr>
            <p:ph type="body" sz="quarter" idx="139" hasCustomPrompt="1"/>
          </p:nvPr>
        </p:nvSpPr>
        <p:spPr>
          <a:xfrm>
            <a:off x="4381500" y="4131812"/>
            <a:ext cx="3429000" cy="15831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0" name="Heading 2"/>
          <p:cNvSpPr>
            <a:spLocks noGrp="1"/>
          </p:cNvSpPr>
          <p:nvPr>
            <p:ph type="body" sz="quarter" idx="144" hasCustomPrompt="1"/>
          </p:nvPr>
        </p:nvSpPr>
        <p:spPr>
          <a:xfrm>
            <a:off x="4381500" y="3592395"/>
            <a:ext cx="34290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2"/>
          <p:cNvSpPr/>
          <p:nvPr userDrawn="1"/>
        </p:nvSpPr>
        <p:spPr>
          <a:xfrm>
            <a:off x="58674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Number 2"/>
          <p:cNvSpPr>
            <a:spLocks noGrp="1"/>
          </p:cNvSpPr>
          <p:nvPr>
            <p:ph type="body" sz="quarter" idx="138" hasCustomPrompt="1"/>
          </p:nvPr>
        </p:nvSpPr>
        <p:spPr>
          <a:xfrm>
            <a:off x="4381500" y="2483704"/>
            <a:ext cx="3429000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33" name="Line 1"/>
          <p:cNvCxnSpPr/>
          <p:nvPr userDrawn="1"/>
        </p:nvCxnSpPr>
        <p:spPr>
          <a:xfrm>
            <a:off x="4270248" y="2057400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ption 1"/>
          <p:cNvSpPr>
            <a:spLocks noGrp="1"/>
          </p:cNvSpPr>
          <p:nvPr>
            <p:ph type="body" sz="quarter" idx="135" hasCustomPrompt="1"/>
          </p:nvPr>
        </p:nvSpPr>
        <p:spPr>
          <a:xfrm>
            <a:off x="723900" y="4131812"/>
            <a:ext cx="3429000" cy="15831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4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0" y="3592395"/>
            <a:ext cx="34290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5" name="Divider 1"/>
          <p:cNvSpPr/>
          <p:nvPr userDrawn="1"/>
        </p:nvSpPr>
        <p:spPr>
          <a:xfrm>
            <a:off x="22098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Number 1"/>
          <p:cNvSpPr>
            <a:spLocks noGrp="1"/>
          </p:cNvSpPr>
          <p:nvPr>
            <p:ph type="body" sz="quarter" idx="125" hasCustomPrompt="1"/>
          </p:nvPr>
        </p:nvSpPr>
        <p:spPr>
          <a:xfrm>
            <a:off x="723900" y="2483704"/>
            <a:ext cx="3429000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sp>
        <p:nvSpPr>
          <p:cNvPr id="22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75682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0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25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  <p:bldP spid="32" grpId="0" build="p">
        <p:tmplLst>
          <p:tmpl lvl="1">
            <p:tnLst>
              <p:par>
                <p:cTn presetID="1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08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,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9" name="Caption 4"/>
          <p:cNvSpPr>
            <a:spLocks noGrp="1"/>
          </p:cNvSpPr>
          <p:nvPr>
            <p:ph type="body" sz="quarter" idx="138" hasCustomPrompt="1"/>
          </p:nvPr>
        </p:nvSpPr>
        <p:spPr>
          <a:xfrm>
            <a:off x="8953502" y="4004281"/>
            <a:ext cx="2514598" cy="171072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2" name="Heading 4"/>
          <p:cNvSpPr>
            <a:spLocks noGrp="1"/>
          </p:cNvSpPr>
          <p:nvPr>
            <p:ph type="body" sz="quarter" idx="132" hasCustomPrompt="1"/>
          </p:nvPr>
        </p:nvSpPr>
        <p:spPr>
          <a:xfrm>
            <a:off x="8953502" y="3590183"/>
            <a:ext cx="251459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1" name="Divider 4"/>
          <p:cNvSpPr/>
          <p:nvPr userDrawn="1"/>
        </p:nvSpPr>
        <p:spPr>
          <a:xfrm>
            <a:off x="9982201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4" name="Number 4"/>
          <p:cNvSpPr>
            <a:spLocks noGrp="1"/>
          </p:cNvSpPr>
          <p:nvPr>
            <p:ph type="body" sz="quarter" idx="134" hasCustomPrompt="1"/>
          </p:nvPr>
        </p:nvSpPr>
        <p:spPr>
          <a:xfrm>
            <a:off x="8953502" y="2482068"/>
            <a:ext cx="2514598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25" name="Line 3"/>
          <p:cNvCxnSpPr/>
          <p:nvPr userDrawn="1"/>
        </p:nvCxnSpPr>
        <p:spPr>
          <a:xfrm>
            <a:off x="8842248" y="2057401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ption 3"/>
          <p:cNvSpPr>
            <a:spLocks noGrp="1"/>
          </p:cNvSpPr>
          <p:nvPr>
            <p:ph type="body" sz="quarter" idx="137" hasCustomPrompt="1"/>
          </p:nvPr>
        </p:nvSpPr>
        <p:spPr>
          <a:xfrm>
            <a:off x="6210298" y="4004281"/>
            <a:ext cx="2514602" cy="171072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9" name="Heading 3"/>
          <p:cNvSpPr>
            <a:spLocks noGrp="1"/>
          </p:cNvSpPr>
          <p:nvPr>
            <p:ph type="body" sz="quarter" idx="129" hasCustomPrompt="1"/>
          </p:nvPr>
        </p:nvSpPr>
        <p:spPr>
          <a:xfrm>
            <a:off x="6210301" y="3590183"/>
            <a:ext cx="251459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0" name="Divider 3"/>
          <p:cNvSpPr/>
          <p:nvPr userDrawn="1"/>
        </p:nvSpPr>
        <p:spPr>
          <a:xfrm>
            <a:off x="72390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1" name="Number 3"/>
          <p:cNvSpPr>
            <a:spLocks noGrp="1"/>
          </p:cNvSpPr>
          <p:nvPr>
            <p:ph type="body" sz="quarter" idx="131" hasCustomPrompt="1"/>
          </p:nvPr>
        </p:nvSpPr>
        <p:spPr>
          <a:xfrm>
            <a:off x="6210301" y="2482068"/>
            <a:ext cx="2514598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23" name="Line 2"/>
          <p:cNvCxnSpPr/>
          <p:nvPr userDrawn="1"/>
        </p:nvCxnSpPr>
        <p:spPr>
          <a:xfrm>
            <a:off x="6099048" y="2057401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ption 2"/>
          <p:cNvSpPr>
            <a:spLocks noGrp="1"/>
          </p:cNvSpPr>
          <p:nvPr>
            <p:ph type="body" sz="quarter" idx="136" hasCustomPrompt="1"/>
          </p:nvPr>
        </p:nvSpPr>
        <p:spPr>
          <a:xfrm>
            <a:off x="3468687" y="4004281"/>
            <a:ext cx="2511428" cy="171072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6" name="Heading 2"/>
          <p:cNvSpPr>
            <a:spLocks noGrp="1"/>
          </p:cNvSpPr>
          <p:nvPr>
            <p:ph type="body" sz="quarter" idx="126" hasCustomPrompt="1"/>
          </p:nvPr>
        </p:nvSpPr>
        <p:spPr>
          <a:xfrm>
            <a:off x="3468686" y="3590183"/>
            <a:ext cx="25130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9" name="Divider 2"/>
          <p:cNvSpPr/>
          <p:nvPr userDrawn="1"/>
        </p:nvSpPr>
        <p:spPr>
          <a:xfrm>
            <a:off x="4496594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Number 2"/>
          <p:cNvSpPr>
            <a:spLocks noGrp="1"/>
          </p:cNvSpPr>
          <p:nvPr>
            <p:ph type="body" sz="quarter" idx="128" hasCustomPrompt="1"/>
          </p:nvPr>
        </p:nvSpPr>
        <p:spPr>
          <a:xfrm>
            <a:off x="3468688" y="2485340"/>
            <a:ext cx="2513012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22" name="Line 1"/>
          <p:cNvCxnSpPr/>
          <p:nvPr userDrawn="1"/>
        </p:nvCxnSpPr>
        <p:spPr>
          <a:xfrm>
            <a:off x="3355848" y="2057401"/>
            <a:ext cx="0" cy="36576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ption 1"/>
          <p:cNvSpPr>
            <a:spLocks noGrp="1"/>
          </p:cNvSpPr>
          <p:nvPr>
            <p:ph type="body" sz="quarter" idx="135" hasCustomPrompt="1"/>
          </p:nvPr>
        </p:nvSpPr>
        <p:spPr>
          <a:xfrm>
            <a:off x="723901" y="4004281"/>
            <a:ext cx="2514598" cy="171072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42556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4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1" y="3590183"/>
            <a:ext cx="251459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7" name="Divider 1"/>
          <p:cNvSpPr/>
          <p:nvPr userDrawn="1"/>
        </p:nvSpPr>
        <p:spPr>
          <a:xfrm>
            <a:off x="1752600" y="34290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Number 1"/>
          <p:cNvSpPr>
            <a:spLocks noGrp="1"/>
          </p:cNvSpPr>
          <p:nvPr>
            <p:ph type="body" sz="quarter" idx="125" hasCustomPrompt="1"/>
          </p:nvPr>
        </p:nvSpPr>
        <p:spPr>
          <a:xfrm>
            <a:off x="723901" y="2485340"/>
            <a:ext cx="2514598" cy="830997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accent2"/>
                </a:solidFill>
              </a:defRPr>
            </a:lvl2pPr>
            <a:lvl3pPr marL="685800" indent="0" algn="ctr">
              <a:buNone/>
              <a:defRPr>
                <a:solidFill>
                  <a:schemeClr val="accent2"/>
                </a:solidFill>
              </a:defRPr>
            </a:lvl3pPr>
            <a:lvl4pPr marL="1028700" indent="0" algn="ctr">
              <a:buNone/>
              <a:defRPr>
                <a:solidFill>
                  <a:schemeClr val="accent2"/>
                </a:solidFill>
              </a:defRPr>
            </a:lvl4pPr>
            <a:lvl5pPr marL="1371600" indent="0" algn="ctr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###</a:t>
            </a:r>
            <a:endParaRPr lang="en-US" dirty="0"/>
          </a:p>
        </p:txBody>
      </p:sp>
      <p:sp>
        <p:nvSpPr>
          <p:cNvPr id="2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73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4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41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animBg="1"/>
      <p:bldP spid="38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32" grpId="0" build="p">
        <p:tmplLst>
          <p:tmpl lvl="1">
            <p:tnLst>
              <p:par>
                <p:cTn presetID="12" presetClass="entr" presetSubtype="4" fill="hold" nodeType="afterEffect" nodePh="1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088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w/Image, 2 Block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25" name="Caption 2"/>
          <p:cNvSpPr>
            <a:spLocks noGrp="1"/>
          </p:cNvSpPr>
          <p:nvPr>
            <p:ph type="body" idx="115" hasCustomPrompt="1"/>
          </p:nvPr>
        </p:nvSpPr>
        <p:spPr>
          <a:xfrm>
            <a:off x="7467601" y="3607310"/>
            <a:ext cx="4000500" cy="210769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3" name="Heading 2"/>
          <p:cNvSpPr>
            <a:spLocks noGrp="1"/>
          </p:cNvSpPr>
          <p:nvPr>
            <p:ph type="body" sz="quarter" idx="113" hasCustomPrompt="1"/>
          </p:nvPr>
        </p:nvSpPr>
        <p:spPr>
          <a:xfrm>
            <a:off x="7467600" y="3044394"/>
            <a:ext cx="40005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5" name="Divider 2"/>
          <p:cNvSpPr/>
          <p:nvPr userDrawn="1"/>
        </p:nvSpPr>
        <p:spPr>
          <a:xfrm>
            <a:off x="7467600" y="28575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Image 2"/>
          <p:cNvSpPr>
            <a:spLocks noGrp="1"/>
          </p:cNvSpPr>
          <p:nvPr>
            <p:ph type="pic" sz="quarter" idx="114" hasCustomPrompt="1"/>
          </p:nvPr>
        </p:nvSpPr>
        <p:spPr>
          <a:xfrm>
            <a:off x="6210300" y="2857500"/>
            <a:ext cx="1143000" cy="11430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9" name="Caption 1"/>
          <p:cNvSpPr>
            <a:spLocks noGrp="1"/>
          </p:cNvSpPr>
          <p:nvPr>
            <p:ph type="body" idx="44" hasCustomPrompt="1"/>
          </p:nvPr>
        </p:nvSpPr>
        <p:spPr>
          <a:xfrm>
            <a:off x="1976627" y="3607310"/>
            <a:ext cx="4005072" cy="210769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6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1976628" y="3044394"/>
            <a:ext cx="400507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4" name="Divider 1"/>
          <p:cNvSpPr/>
          <p:nvPr userDrawn="1"/>
        </p:nvSpPr>
        <p:spPr>
          <a:xfrm>
            <a:off x="1981199" y="28575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723900" y="2857500"/>
            <a:ext cx="1143000" cy="11430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35926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/>
      <p:bldP spid="14" grpId="0" animBg="1"/>
      <p:bldP spid="7" grpId="0"/>
    </p:bldLst>
  </p:timing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w/Image, 6 Blocks,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31" name="Caption 6"/>
          <p:cNvSpPr>
            <a:spLocks noGrp="1"/>
          </p:cNvSpPr>
          <p:nvPr>
            <p:ph type="body" idx="127" hasCustomPrompt="1"/>
          </p:nvPr>
        </p:nvSpPr>
        <p:spPr>
          <a:xfrm>
            <a:off x="8839198" y="4653714"/>
            <a:ext cx="2628902" cy="106128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9" name="Heading 6"/>
          <p:cNvSpPr>
            <a:spLocks noGrp="1"/>
          </p:cNvSpPr>
          <p:nvPr>
            <p:ph type="body" sz="quarter" idx="125" hasCustomPrompt="1"/>
          </p:nvPr>
        </p:nvSpPr>
        <p:spPr>
          <a:xfrm>
            <a:off x="8839200" y="4172352"/>
            <a:ext cx="2628900" cy="3693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Divider 6"/>
          <p:cNvSpPr/>
          <p:nvPr userDrawn="1"/>
        </p:nvSpPr>
        <p:spPr>
          <a:xfrm>
            <a:off x="8839200" y="40050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Image 6"/>
          <p:cNvSpPr>
            <a:spLocks noGrp="1"/>
          </p:cNvSpPr>
          <p:nvPr>
            <p:ph type="pic" sz="quarter" idx="126" hasCustomPrompt="1"/>
          </p:nvPr>
        </p:nvSpPr>
        <p:spPr>
          <a:xfrm>
            <a:off x="8039100" y="4000500"/>
            <a:ext cx="685800" cy="685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8" name="Caption 5"/>
          <p:cNvSpPr>
            <a:spLocks noGrp="1"/>
          </p:cNvSpPr>
          <p:nvPr>
            <p:ph type="body" idx="124" hasCustomPrompt="1"/>
          </p:nvPr>
        </p:nvSpPr>
        <p:spPr>
          <a:xfrm>
            <a:off x="5181597" y="4653713"/>
            <a:ext cx="2628902" cy="106128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6" name="Heading 5"/>
          <p:cNvSpPr>
            <a:spLocks noGrp="1"/>
          </p:cNvSpPr>
          <p:nvPr>
            <p:ph type="body" sz="quarter" idx="122" hasCustomPrompt="1"/>
          </p:nvPr>
        </p:nvSpPr>
        <p:spPr>
          <a:xfrm>
            <a:off x="5181357" y="4172158"/>
            <a:ext cx="2630988" cy="3693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Divider 5"/>
          <p:cNvSpPr/>
          <p:nvPr userDrawn="1"/>
        </p:nvSpPr>
        <p:spPr>
          <a:xfrm>
            <a:off x="5181599" y="40050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Image 5"/>
          <p:cNvSpPr>
            <a:spLocks noGrp="1"/>
          </p:cNvSpPr>
          <p:nvPr>
            <p:ph type="pic" sz="quarter" idx="123" hasCustomPrompt="1"/>
          </p:nvPr>
        </p:nvSpPr>
        <p:spPr>
          <a:xfrm>
            <a:off x="4381500" y="4000500"/>
            <a:ext cx="685800" cy="685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2" name="Caption 4"/>
          <p:cNvSpPr>
            <a:spLocks noGrp="1"/>
          </p:cNvSpPr>
          <p:nvPr>
            <p:ph type="body" idx="121" hasCustomPrompt="1"/>
          </p:nvPr>
        </p:nvSpPr>
        <p:spPr>
          <a:xfrm>
            <a:off x="1524000" y="4653713"/>
            <a:ext cx="2628900" cy="106128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0" name="Heading 4"/>
          <p:cNvSpPr>
            <a:spLocks noGrp="1"/>
          </p:cNvSpPr>
          <p:nvPr>
            <p:ph type="body" sz="quarter" idx="119" hasCustomPrompt="1"/>
          </p:nvPr>
        </p:nvSpPr>
        <p:spPr>
          <a:xfrm>
            <a:off x="1523997" y="4172158"/>
            <a:ext cx="2628901" cy="3693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Divider 4"/>
          <p:cNvSpPr/>
          <p:nvPr userDrawn="1"/>
        </p:nvSpPr>
        <p:spPr>
          <a:xfrm>
            <a:off x="1524000" y="40050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Image 4"/>
          <p:cNvSpPr>
            <a:spLocks noGrp="1"/>
          </p:cNvSpPr>
          <p:nvPr>
            <p:ph type="pic" sz="quarter" idx="120" hasCustomPrompt="1"/>
          </p:nvPr>
        </p:nvSpPr>
        <p:spPr>
          <a:xfrm>
            <a:off x="723900" y="4000500"/>
            <a:ext cx="685800" cy="685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7" name="Caption 3"/>
          <p:cNvSpPr>
            <a:spLocks noGrp="1"/>
          </p:cNvSpPr>
          <p:nvPr>
            <p:ph type="body" idx="118" hasCustomPrompt="1"/>
          </p:nvPr>
        </p:nvSpPr>
        <p:spPr>
          <a:xfrm>
            <a:off x="8839200" y="2698361"/>
            <a:ext cx="2628898" cy="107353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5" name="Heading 3"/>
          <p:cNvSpPr>
            <a:spLocks noGrp="1"/>
          </p:cNvSpPr>
          <p:nvPr>
            <p:ph type="body" sz="quarter" idx="116" hasCustomPrompt="1"/>
          </p:nvPr>
        </p:nvSpPr>
        <p:spPr>
          <a:xfrm>
            <a:off x="8839200" y="2220646"/>
            <a:ext cx="2628898" cy="3693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8" name="Divider 3"/>
          <p:cNvSpPr/>
          <p:nvPr userDrawn="1"/>
        </p:nvSpPr>
        <p:spPr>
          <a:xfrm>
            <a:off x="8839200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Image 3"/>
          <p:cNvSpPr>
            <a:spLocks noGrp="1"/>
          </p:cNvSpPr>
          <p:nvPr>
            <p:ph type="pic" sz="quarter" idx="117" hasCustomPrompt="1"/>
          </p:nvPr>
        </p:nvSpPr>
        <p:spPr>
          <a:xfrm>
            <a:off x="8039100" y="2057400"/>
            <a:ext cx="685800" cy="685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4" name="Caption 2"/>
          <p:cNvSpPr>
            <a:spLocks noGrp="1"/>
          </p:cNvSpPr>
          <p:nvPr>
            <p:ph type="body" idx="115" hasCustomPrompt="1"/>
          </p:nvPr>
        </p:nvSpPr>
        <p:spPr>
          <a:xfrm>
            <a:off x="5181356" y="2698361"/>
            <a:ext cx="2630986" cy="107353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2" name="Heading 2"/>
          <p:cNvSpPr>
            <a:spLocks noGrp="1"/>
          </p:cNvSpPr>
          <p:nvPr>
            <p:ph type="body" sz="quarter" idx="113" hasCustomPrompt="1"/>
          </p:nvPr>
        </p:nvSpPr>
        <p:spPr>
          <a:xfrm>
            <a:off x="5181356" y="2220646"/>
            <a:ext cx="2630986" cy="3693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7" name="Divider 2"/>
          <p:cNvSpPr/>
          <p:nvPr userDrawn="1"/>
        </p:nvSpPr>
        <p:spPr>
          <a:xfrm>
            <a:off x="5181599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Image 2"/>
          <p:cNvSpPr>
            <a:spLocks noGrp="1"/>
          </p:cNvSpPr>
          <p:nvPr>
            <p:ph type="pic" sz="quarter" idx="114" hasCustomPrompt="1"/>
          </p:nvPr>
        </p:nvSpPr>
        <p:spPr>
          <a:xfrm>
            <a:off x="4381500" y="2057400"/>
            <a:ext cx="685800" cy="685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9" name="Caption 1"/>
          <p:cNvSpPr>
            <a:spLocks noGrp="1"/>
          </p:cNvSpPr>
          <p:nvPr>
            <p:ph type="body" idx="44" hasCustomPrompt="1"/>
          </p:nvPr>
        </p:nvSpPr>
        <p:spPr>
          <a:xfrm>
            <a:off x="1524000" y="2698361"/>
            <a:ext cx="2628899" cy="107353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6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1525047" y="2220646"/>
            <a:ext cx="2627835" cy="36933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1"/>
          <p:cNvSpPr/>
          <p:nvPr userDrawn="1"/>
        </p:nvSpPr>
        <p:spPr>
          <a:xfrm>
            <a:off x="1524000" y="20574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723900" y="2057400"/>
            <a:ext cx="685800" cy="6858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32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27224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30" grpId="0"/>
      <p:bldP spid="40" grpId="0" animBg="1"/>
      <p:bldP spid="27" grpId="0"/>
      <p:bldP spid="39" grpId="0" animBg="1"/>
      <p:bldP spid="21" grpId="0"/>
      <p:bldP spid="38" grpId="0" animBg="1"/>
      <p:bldP spid="16" grpId="0"/>
      <p:bldP spid="37" grpId="0" animBg="1"/>
      <p:bldP spid="13" grpId="0"/>
      <p:bldP spid="36" grpId="0" animBg="1"/>
      <p:bldP spid="7" grpId="0"/>
    </p:bldLst>
  </p:timing>
  <p:extLst>
    <p:ext uri="{DCECCB84-F9BA-43D5-87BE-67443E8EF086}">
      <p15:sldGuideLst xmlns:p15="http://schemas.microsoft.com/office/powerpoint/2012/main">
        <p15:guide id="1" orient="horz" pos="2376" userDrawn="1">
          <p15:clr>
            <a:srgbClr val="FBAE40"/>
          </p15:clr>
        </p15:guide>
        <p15:guide id="2" orient="horz" pos="252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w/Image,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29" name="Caption 3"/>
          <p:cNvSpPr>
            <a:spLocks noGrp="1"/>
          </p:cNvSpPr>
          <p:nvPr>
            <p:ph type="body" idx="129" hasCustomPrompt="1"/>
          </p:nvPr>
        </p:nvSpPr>
        <p:spPr>
          <a:xfrm>
            <a:off x="8039100" y="4152498"/>
            <a:ext cx="3429000" cy="156250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4" name="Heading 3"/>
          <p:cNvSpPr>
            <a:spLocks noGrp="1"/>
          </p:cNvSpPr>
          <p:nvPr>
            <p:ph type="body" sz="quarter" idx="116" hasCustomPrompt="1"/>
          </p:nvPr>
        </p:nvSpPr>
        <p:spPr>
          <a:xfrm>
            <a:off x="8039100" y="3602738"/>
            <a:ext cx="34290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5" name="Divider 3"/>
          <p:cNvSpPr/>
          <p:nvPr userDrawn="1"/>
        </p:nvSpPr>
        <p:spPr>
          <a:xfrm>
            <a:off x="8039100" y="3429000"/>
            <a:ext cx="34290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Image 3"/>
          <p:cNvSpPr>
            <a:spLocks noGrp="1"/>
          </p:cNvSpPr>
          <p:nvPr>
            <p:ph type="pic" sz="quarter" idx="117" hasCustomPrompt="1"/>
          </p:nvPr>
        </p:nvSpPr>
        <p:spPr>
          <a:xfrm>
            <a:off x="9296400" y="25146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8" name="Caption 2"/>
          <p:cNvSpPr>
            <a:spLocks noGrp="1"/>
          </p:cNvSpPr>
          <p:nvPr>
            <p:ph type="body" idx="128" hasCustomPrompt="1"/>
          </p:nvPr>
        </p:nvSpPr>
        <p:spPr>
          <a:xfrm>
            <a:off x="4381500" y="4152498"/>
            <a:ext cx="3429000" cy="156250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1" name="Heading 2"/>
          <p:cNvSpPr>
            <a:spLocks noGrp="1"/>
          </p:cNvSpPr>
          <p:nvPr>
            <p:ph type="body" sz="quarter" idx="113" hasCustomPrompt="1"/>
          </p:nvPr>
        </p:nvSpPr>
        <p:spPr>
          <a:xfrm>
            <a:off x="4381500" y="3602738"/>
            <a:ext cx="34290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4" name="Divider 2"/>
          <p:cNvSpPr/>
          <p:nvPr userDrawn="1"/>
        </p:nvSpPr>
        <p:spPr>
          <a:xfrm>
            <a:off x="4381500" y="3429000"/>
            <a:ext cx="34290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Image 2"/>
          <p:cNvSpPr>
            <a:spLocks noGrp="1"/>
          </p:cNvSpPr>
          <p:nvPr>
            <p:ph type="pic" sz="quarter" idx="114" hasCustomPrompt="1"/>
          </p:nvPr>
        </p:nvSpPr>
        <p:spPr>
          <a:xfrm>
            <a:off x="5638800" y="25146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7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899" y="4152498"/>
            <a:ext cx="3429000" cy="156250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5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899" y="3602738"/>
            <a:ext cx="34290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3" name="Divider 1"/>
          <p:cNvSpPr/>
          <p:nvPr userDrawn="1"/>
        </p:nvSpPr>
        <p:spPr>
          <a:xfrm>
            <a:off x="723899" y="3429000"/>
            <a:ext cx="34290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1981199" y="25146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867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5" grpId="0"/>
      <p:bldP spid="34" grpId="0" animBg="1"/>
      <p:bldP spid="12" grpId="0"/>
      <p:bldP spid="33" grpId="0" animBg="1"/>
      <p:bldP spid="95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58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w/Image,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30" name="Caption 4"/>
          <p:cNvSpPr>
            <a:spLocks noGrp="1"/>
          </p:cNvSpPr>
          <p:nvPr>
            <p:ph type="body" idx="130" hasCustomPrompt="1"/>
          </p:nvPr>
        </p:nvSpPr>
        <p:spPr>
          <a:xfrm>
            <a:off x="8953499" y="4029388"/>
            <a:ext cx="2514602" cy="16856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7" name="Heading 4"/>
          <p:cNvSpPr>
            <a:spLocks noGrp="1"/>
          </p:cNvSpPr>
          <p:nvPr>
            <p:ph type="body" sz="quarter" idx="119" hasCustomPrompt="1"/>
          </p:nvPr>
        </p:nvSpPr>
        <p:spPr>
          <a:xfrm>
            <a:off x="8953499" y="3602738"/>
            <a:ext cx="251460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4"/>
          <p:cNvSpPr/>
          <p:nvPr userDrawn="1"/>
        </p:nvSpPr>
        <p:spPr>
          <a:xfrm>
            <a:off x="8953499" y="3429000"/>
            <a:ext cx="2514602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Image 4"/>
          <p:cNvSpPr>
            <a:spLocks noGrp="1"/>
          </p:cNvSpPr>
          <p:nvPr>
            <p:ph type="pic" sz="quarter" idx="120" hasCustomPrompt="1"/>
          </p:nvPr>
        </p:nvSpPr>
        <p:spPr>
          <a:xfrm>
            <a:off x="9753600" y="25146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9" name="Caption 3"/>
          <p:cNvSpPr>
            <a:spLocks noGrp="1"/>
          </p:cNvSpPr>
          <p:nvPr>
            <p:ph type="body" idx="129" hasCustomPrompt="1"/>
          </p:nvPr>
        </p:nvSpPr>
        <p:spPr>
          <a:xfrm>
            <a:off x="6210299" y="4029388"/>
            <a:ext cx="2514602" cy="16856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4" name="Heading 3"/>
          <p:cNvSpPr>
            <a:spLocks noGrp="1"/>
          </p:cNvSpPr>
          <p:nvPr>
            <p:ph type="body" sz="quarter" idx="116" hasCustomPrompt="1"/>
          </p:nvPr>
        </p:nvSpPr>
        <p:spPr>
          <a:xfrm>
            <a:off x="6210299" y="3602738"/>
            <a:ext cx="251460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5" name="Divider 3"/>
          <p:cNvSpPr/>
          <p:nvPr userDrawn="1"/>
        </p:nvSpPr>
        <p:spPr>
          <a:xfrm>
            <a:off x="6210299" y="3429000"/>
            <a:ext cx="2514602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Image 3"/>
          <p:cNvSpPr>
            <a:spLocks noGrp="1"/>
          </p:cNvSpPr>
          <p:nvPr>
            <p:ph type="pic" sz="quarter" idx="117" hasCustomPrompt="1"/>
          </p:nvPr>
        </p:nvSpPr>
        <p:spPr>
          <a:xfrm>
            <a:off x="7010400" y="25146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8" name="Caption 2"/>
          <p:cNvSpPr>
            <a:spLocks noGrp="1"/>
          </p:cNvSpPr>
          <p:nvPr>
            <p:ph type="body" idx="128" hasCustomPrompt="1"/>
          </p:nvPr>
        </p:nvSpPr>
        <p:spPr>
          <a:xfrm>
            <a:off x="3467099" y="4029388"/>
            <a:ext cx="2514602" cy="16856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11" name="Heading 2"/>
          <p:cNvSpPr>
            <a:spLocks noGrp="1"/>
          </p:cNvSpPr>
          <p:nvPr>
            <p:ph type="body" sz="quarter" idx="113" hasCustomPrompt="1"/>
          </p:nvPr>
        </p:nvSpPr>
        <p:spPr>
          <a:xfrm>
            <a:off x="3467099" y="3602738"/>
            <a:ext cx="251460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4" name="Divider 2"/>
          <p:cNvSpPr/>
          <p:nvPr userDrawn="1"/>
        </p:nvSpPr>
        <p:spPr>
          <a:xfrm>
            <a:off x="3467099" y="3429000"/>
            <a:ext cx="2514602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Image 2"/>
          <p:cNvSpPr>
            <a:spLocks noGrp="1"/>
          </p:cNvSpPr>
          <p:nvPr>
            <p:ph type="pic" sz="quarter" idx="114" hasCustomPrompt="1"/>
          </p:nvPr>
        </p:nvSpPr>
        <p:spPr>
          <a:xfrm>
            <a:off x="4267200" y="25146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7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900" y="4029388"/>
            <a:ext cx="2514600" cy="16856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5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0" y="3602738"/>
            <a:ext cx="25146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3" name="Divider 1"/>
          <p:cNvSpPr/>
          <p:nvPr userDrawn="1"/>
        </p:nvSpPr>
        <p:spPr>
          <a:xfrm>
            <a:off x="723900" y="3429000"/>
            <a:ext cx="25146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1524000" y="25146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2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813871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18" grpId="0"/>
      <p:bldP spid="35" grpId="0" animBg="1"/>
      <p:bldP spid="15" grpId="0"/>
      <p:bldP spid="34" grpId="0" animBg="1"/>
      <p:bldP spid="12" grpId="0"/>
      <p:bldP spid="33" grpId="0" animBg="1"/>
      <p:bldP spid="95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584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s,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pic>
        <p:nvPicPr>
          <p:cNvPr id="38" name="Spirit Burst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1430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Spirit Burst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1430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Diagonal 2"/>
          <p:cNvSpPr/>
          <p:nvPr userDrawn="1"/>
        </p:nvSpPr>
        <p:spPr>
          <a:xfrm>
            <a:off x="6210300" y="2516135"/>
            <a:ext cx="5257800" cy="3198866"/>
          </a:xfrm>
          <a:custGeom>
            <a:avLst/>
            <a:gdLst>
              <a:gd name="connsiteX0" fmla="*/ 0 w 5257800"/>
              <a:gd name="connsiteY0" fmla="*/ 0 h 3198866"/>
              <a:gd name="connsiteX1" fmla="*/ 5257800 w 5257800"/>
              <a:gd name="connsiteY1" fmla="*/ 0 h 3198866"/>
              <a:gd name="connsiteX2" fmla="*/ 5257800 w 5257800"/>
              <a:gd name="connsiteY2" fmla="*/ 2741666 h 3198866"/>
              <a:gd name="connsiteX3" fmla="*/ 4800600 w 5257800"/>
              <a:gd name="connsiteY3" fmla="*/ 3198866 h 3198866"/>
              <a:gd name="connsiteX4" fmla="*/ 0 w 5257800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7800" h="3198866">
                <a:moveTo>
                  <a:pt x="0" y="0"/>
                </a:moveTo>
                <a:lnTo>
                  <a:pt x="5257800" y="0"/>
                </a:lnTo>
                <a:lnTo>
                  <a:pt x="5257800" y="2741666"/>
                </a:lnTo>
                <a:lnTo>
                  <a:pt x="4800600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45" name="Caption 2"/>
          <p:cNvSpPr>
            <a:spLocks noGrp="1"/>
          </p:cNvSpPr>
          <p:nvPr>
            <p:ph type="body" idx="115" hasCustomPrompt="1"/>
          </p:nvPr>
        </p:nvSpPr>
        <p:spPr>
          <a:xfrm>
            <a:off x="6324600" y="3768570"/>
            <a:ext cx="5029200" cy="182215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7" name="Heading 2"/>
          <p:cNvSpPr>
            <a:spLocks noGrp="1"/>
          </p:cNvSpPr>
          <p:nvPr>
            <p:ph type="body" sz="quarter" idx="116" hasCustomPrompt="1"/>
          </p:nvPr>
        </p:nvSpPr>
        <p:spPr>
          <a:xfrm>
            <a:off x="6324600" y="3235703"/>
            <a:ext cx="5029200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9" name="Divider 2"/>
          <p:cNvSpPr/>
          <p:nvPr userDrawn="1"/>
        </p:nvSpPr>
        <p:spPr>
          <a:xfrm>
            <a:off x="8610600" y="3078859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2" name="Image 2"/>
          <p:cNvSpPr>
            <a:spLocks noGrp="1"/>
          </p:cNvSpPr>
          <p:nvPr>
            <p:ph type="pic" sz="quarter" idx="113" hasCustomPrompt="1"/>
          </p:nvPr>
        </p:nvSpPr>
        <p:spPr>
          <a:xfrm>
            <a:off x="8382000" y="2054577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2" name="Diagonal 1"/>
          <p:cNvSpPr/>
          <p:nvPr userDrawn="1"/>
        </p:nvSpPr>
        <p:spPr>
          <a:xfrm>
            <a:off x="723900" y="2516134"/>
            <a:ext cx="5257800" cy="3198866"/>
          </a:xfrm>
          <a:custGeom>
            <a:avLst/>
            <a:gdLst>
              <a:gd name="connsiteX0" fmla="*/ 0 w 5257800"/>
              <a:gd name="connsiteY0" fmla="*/ 0 h 3198866"/>
              <a:gd name="connsiteX1" fmla="*/ 5257800 w 5257800"/>
              <a:gd name="connsiteY1" fmla="*/ 0 h 3198866"/>
              <a:gd name="connsiteX2" fmla="*/ 5257800 w 5257800"/>
              <a:gd name="connsiteY2" fmla="*/ 2741666 h 3198866"/>
              <a:gd name="connsiteX3" fmla="*/ 4800600 w 5257800"/>
              <a:gd name="connsiteY3" fmla="*/ 3198866 h 3198866"/>
              <a:gd name="connsiteX4" fmla="*/ 0 w 5257800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57800" h="3198866">
                <a:moveTo>
                  <a:pt x="0" y="0"/>
                </a:moveTo>
                <a:lnTo>
                  <a:pt x="5257800" y="0"/>
                </a:lnTo>
                <a:lnTo>
                  <a:pt x="5257800" y="2741666"/>
                </a:lnTo>
                <a:lnTo>
                  <a:pt x="4800600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4" name="Caption 1"/>
          <p:cNvSpPr>
            <a:spLocks noGrp="1"/>
          </p:cNvSpPr>
          <p:nvPr>
            <p:ph type="body" idx="44" hasCustomPrompt="1"/>
          </p:nvPr>
        </p:nvSpPr>
        <p:spPr>
          <a:xfrm>
            <a:off x="838200" y="3768570"/>
            <a:ext cx="5029200" cy="182215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5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838200" y="3235703"/>
            <a:ext cx="5029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1"/>
          <p:cNvSpPr/>
          <p:nvPr userDrawn="1"/>
        </p:nvSpPr>
        <p:spPr>
          <a:xfrm>
            <a:off x="3124200" y="3082111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2895600" y="2054577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95594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9" grpId="0" animBg="1"/>
      <p:bldP spid="42" grpId="0"/>
      <p:bldP spid="22" grpId="0" animBg="1"/>
      <p:bldP spid="36" grpId="0" animBg="1"/>
      <p:bldP spid="32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s,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pic>
        <p:nvPicPr>
          <p:cNvPr id="38" name="Spirit Burst 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9" y="11430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Spirit Burst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1430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Spirit Burst 1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430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Diagonal 3"/>
          <p:cNvSpPr/>
          <p:nvPr userDrawn="1"/>
        </p:nvSpPr>
        <p:spPr>
          <a:xfrm>
            <a:off x="8039138" y="2516135"/>
            <a:ext cx="3428922" cy="3198866"/>
          </a:xfrm>
          <a:custGeom>
            <a:avLst/>
            <a:gdLst>
              <a:gd name="connsiteX0" fmla="*/ 0 w 3428922"/>
              <a:gd name="connsiteY0" fmla="*/ 0 h 3198866"/>
              <a:gd name="connsiteX1" fmla="*/ 3428922 w 3428922"/>
              <a:gd name="connsiteY1" fmla="*/ 0 h 3198866"/>
              <a:gd name="connsiteX2" fmla="*/ 3428922 w 3428922"/>
              <a:gd name="connsiteY2" fmla="*/ 2741666 h 3198866"/>
              <a:gd name="connsiteX3" fmla="*/ 2971722 w 3428922"/>
              <a:gd name="connsiteY3" fmla="*/ 3198866 h 3198866"/>
              <a:gd name="connsiteX4" fmla="*/ 0 w 3428922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922" h="3198866">
                <a:moveTo>
                  <a:pt x="0" y="0"/>
                </a:moveTo>
                <a:lnTo>
                  <a:pt x="3428922" y="0"/>
                </a:lnTo>
                <a:lnTo>
                  <a:pt x="3428922" y="2741666"/>
                </a:lnTo>
                <a:lnTo>
                  <a:pt x="2971722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1" name="Caption 3"/>
          <p:cNvSpPr>
            <a:spLocks noGrp="1"/>
          </p:cNvSpPr>
          <p:nvPr>
            <p:ph type="body" idx="119" hasCustomPrompt="1"/>
          </p:nvPr>
        </p:nvSpPr>
        <p:spPr>
          <a:xfrm>
            <a:off x="8153399" y="3785687"/>
            <a:ext cx="3200400" cy="181958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72" name="Heading 3"/>
          <p:cNvSpPr>
            <a:spLocks noGrp="1"/>
          </p:cNvSpPr>
          <p:nvPr>
            <p:ph type="body" sz="quarter" idx="120" hasCustomPrompt="1"/>
          </p:nvPr>
        </p:nvSpPr>
        <p:spPr>
          <a:xfrm>
            <a:off x="8153399" y="3241408"/>
            <a:ext cx="3200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0" name="Divider 3"/>
          <p:cNvSpPr/>
          <p:nvPr userDrawn="1"/>
        </p:nvSpPr>
        <p:spPr>
          <a:xfrm>
            <a:off x="9524999" y="3073153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9" name="Image 3"/>
          <p:cNvSpPr>
            <a:spLocks noGrp="1"/>
          </p:cNvSpPr>
          <p:nvPr>
            <p:ph type="pic" sz="quarter" idx="117" hasCustomPrompt="1"/>
          </p:nvPr>
        </p:nvSpPr>
        <p:spPr>
          <a:xfrm>
            <a:off x="9296399" y="2054577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46" name="Diagonal 2"/>
          <p:cNvSpPr/>
          <p:nvPr userDrawn="1"/>
        </p:nvSpPr>
        <p:spPr>
          <a:xfrm>
            <a:off x="4381500" y="2516135"/>
            <a:ext cx="3429000" cy="3198866"/>
          </a:xfrm>
          <a:custGeom>
            <a:avLst/>
            <a:gdLst>
              <a:gd name="connsiteX0" fmla="*/ 0 w 3429000"/>
              <a:gd name="connsiteY0" fmla="*/ 0 h 3198866"/>
              <a:gd name="connsiteX1" fmla="*/ 3429000 w 3429000"/>
              <a:gd name="connsiteY1" fmla="*/ 0 h 3198866"/>
              <a:gd name="connsiteX2" fmla="*/ 3429000 w 3429000"/>
              <a:gd name="connsiteY2" fmla="*/ 2741666 h 3198866"/>
              <a:gd name="connsiteX3" fmla="*/ 2971800 w 3429000"/>
              <a:gd name="connsiteY3" fmla="*/ 3198866 h 3198866"/>
              <a:gd name="connsiteX4" fmla="*/ 0 w 3429000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000" h="3198866">
                <a:moveTo>
                  <a:pt x="0" y="0"/>
                </a:moveTo>
                <a:lnTo>
                  <a:pt x="3429000" y="0"/>
                </a:lnTo>
                <a:lnTo>
                  <a:pt x="3429000" y="2741666"/>
                </a:lnTo>
                <a:lnTo>
                  <a:pt x="2971800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45" name="Caption 2"/>
          <p:cNvSpPr>
            <a:spLocks noGrp="1"/>
          </p:cNvSpPr>
          <p:nvPr>
            <p:ph type="body" idx="115" hasCustomPrompt="1"/>
          </p:nvPr>
        </p:nvSpPr>
        <p:spPr>
          <a:xfrm>
            <a:off x="4495800" y="3785687"/>
            <a:ext cx="3200400" cy="181958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7" name="Heading 2"/>
          <p:cNvSpPr>
            <a:spLocks noGrp="1"/>
          </p:cNvSpPr>
          <p:nvPr>
            <p:ph type="body" sz="quarter" idx="116" hasCustomPrompt="1"/>
          </p:nvPr>
        </p:nvSpPr>
        <p:spPr>
          <a:xfrm>
            <a:off x="4495800" y="3241408"/>
            <a:ext cx="3200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9" name="Divider 2"/>
          <p:cNvSpPr/>
          <p:nvPr userDrawn="1"/>
        </p:nvSpPr>
        <p:spPr>
          <a:xfrm>
            <a:off x="5867400" y="3074331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2" name="Image 2"/>
          <p:cNvSpPr>
            <a:spLocks noGrp="1"/>
          </p:cNvSpPr>
          <p:nvPr>
            <p:ph type="pic" sz="quarter" idx="113" hasCustomPrompt="1"/>
          </p:nvPr>
        </p:nvSpPr>
        <p:spPr>
          <a:xfrm>
            <a:off x="5638800" y="2054577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44" name="Diagonal 1"/>
          <p:cNvSpPr/>
          <p:nvPr userDrawn="1"/>
        </p:nvSpPr>
        <p:spPr>
          <a:xfrm>
            <a:off x="723900" y="2516134"/>
            <a:ext cx="3429000" cy="3198866"/>
          </a:xfrm>
          <a:custGeom>
            <a:avLst/>
            <a:gdLst>
              <a:gd name="connsiteX0" fmla="*/ 0 w 3429000"/>
              <a:gd name="connsiteY0" fmla="*/ 0 h 3198866"/>
              <a:gd name="connsiteX1" fmla="*/ 3429000 w 3429000"/>
              <a:gd name="connsiteY1" fmla="*/ 0 h 3198866"/>
              <a:gd name="connsiteX2" fmla="*/ 3429000 w 3429000"/>
              <a:gd name="connsiteY2" fmla="*/ 2741666 h 3198866"/>
              <a:gd name="connsiteX3" fmla="*/ 2971800 w 3429000"/>
              <a:gd name="connsiteY3" fmla="*/ 3198866 h 3198866"/>
              <a:gd name="connsiteX4" fmla="*/ 0 w 3429000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000" h="3198866">
                <a:moveTo>
                  <a:pt x="0" y="0"/>
                </a:moveTo>
                <a:lnTo>
                  <a:pt x="3429000" y="0"/>
                </a:lnTo>
                <a:lnTo>
                  <a:pt x="3429000" y="2741666"/>
                </a:lnTo>
                <a:lnTo>
                  <a:pt x="2971800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4" name="Caption 1"/>
          <p:cNvSpPr>
            <a:spLocks noGrp="1"/>
          </p:cNvSpPr>
          <p:nvPr>
            <p:ph type="body" idx="44" hasCustomPrompt="1"/>
          </p:nvPr>
        </p:nvSpPr>
        <p:spPr>
          <a:xfrm>
            <a:off x="838200" y="3785687"/>
            <a:ext cx="3200400" cy="181958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5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838200" y="3241408"/>
            <a:ext cx="3200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1"/>
          <p:cNvSpPr/>
          <p:nvPr userDrawn="1"/>
        </p:nvSpPr>
        <p:spPr>
          <a:xfrm>
            <a:off x="2209800" y="3074331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1981200" y="2054577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7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3900" y="693057"/>
            <a:ext cx="10744200" cy="6858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6225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0" grpId="0" animBg="1"/>
      <p:bldP spid="69" grpId="0"/>
      <p:bldP spid="46" grpId="0" animBg="1"/>
      <p:bldP spid="49" grpId="0" animBg="1"/>
      <p:bldP spid="42" grpId="0"/>
      <p:bldP spid="44" grpId="0" animBg="1"/>
      <p:bldP spid="36" grpId="0" animBg="1"/>
      <p:bldP spid="32" grpId="0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s,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pic>
        <p:nvPicPr>
          <p:cNvPr id="39" name="Spirit Burst 4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001" y="1158023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Spirit Burst 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534" y="11430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Spirit Burst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067" y="114300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Spirit Burst 1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30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Diagonal 4"/>
          <p:cNvSpPr/>
          <p:nvPr userDrawn="1"/>
        </p:nvSpPr>
        <p:spPr>
          <a:xfrm>
            <a:off x="8965117" y="2516135"/>
            <a:ext cx="2514522" cy="3198866"/>
          </a:xfrm>
          <a:custGeom>
            <a:avLst/>
            <a:gdLst>
              <a:gd name="connsiteX0" fmla="*/ 0 w 2514522"/>
              <a:gd name="connsiteY0" fmla="*/ 0 h 3198866"/>
              <a:gd name="connsiteX1" fmla="*/ 2514522 w 2514522"/>
              <a:gd name="connsiteY1" fmla="*/ 0 h 3198866"/>
              <a:gd name="connsiteX2" fmla="*/ 2514522 w 2514522"/>
              <a:gd name="connsiteY2" fmla="*/ 2741666 h 3198866"/>
              <a:gd name="connsiteX3" fmla="*/ 2057322 w 2514522"/>
              <a:gd name="connsiteY3" fmla="*/ 3198866 h 3198866"/>
              <a:gd name="connsiteX4" fmla="*/ 0 w 2514522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522" h="3198866">
                <a:moveTo>
                  <a:pt x="0" y="0"/>
                </a:moveTo>
                <a:lnTo>
                  <a:pt x="2514522" y="0"/>
                </a:lnTo>
                <a:lnTo>
                  <a:pt x="2514522" y="2741666"/>
                </a:lnTo>
                <a:lnTo>
                  <a:pt x="2057322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43" name="Caption 4"/>
          <p:cNvSpPr>
            <a:spLocks noGrp="1"/>
          </p:cNvSpPr>
          <p:nvPr>
            <p:ph type="body" idx="124" hasCustomPrompt="1"/>
          </p:nvPr>
        </p:nvSpPr>
        <p:spPr>
          <a:xfrm>
            <a:off x="9079378" y="3676161"/>
            <a:ext cx="2286000" cy="19207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4" name="Heading 4"/>
          <p:cNvSpPr>
            <a:spLocks noGrp="1"/>
          </p:cNvSpPr>
          <p:nvPr>
            <p:ph type="body" sz="quarter" idx="125" hasCustomPrompt="1"/>
          </p:nvPr>
        </p:nvSpPr>
        <p:spPr>
          <a:xfrm>
            <a:off x="9079378" y="3254993"/>
            <a:ext cx="2286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8" name="Divider 4"/>
          <p:cNvSpPr/>
          <p:nvPr userDrawn="1"/>
        </p:nvSpPr>
        <p:spPr>
          <a:xfrm>
            <a:off x="9993778" y="308673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3" name="Image 4"/>
          <p:cNvSpPr>
            <a:spLocks noGrp="1"/>
          </p:cNvSpPr>
          <p:nvPr>
            <p:ph type="pic" sz="quarter" idx="126" hasCustomPrompt="1"/>
          </p:nvPr>
        </p:nvSpPr>
        <p:spPr>
          <a:xfrm>
            <a:off x="9765178" y="2054577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2" name="Diagonal 3"/>
          <p:cNvSpPr/>
          <p:nvPr userDrawn="1"/>
        </p:nvSpPr>
        <p:spPr>
          <a:xfrm>
            <a:off x="6210376" y="2516135"/>
            <a:ext cx="2514522" cy="3198866"/>
          </a:xfrm>
          <a:custGeom>
            <a:avLst/>
            <a:gdLst>
              <a:gd name="connsiteX0" fmla="*/ 0 w 2514522"/>
              <a:gd name="connsiteY0" fmla="*/ 0 h 3198866"/>
              <a:gd name="connsiteX1" fmla="*/ 2514522 w 2514522"/>
              <a:gd name="connsiteY1" fmla="*/ 0 h 3198866"/>
              <a:gd name="connsiteX2" fmla="*/ 2514522 w 2514522"/>
              <a:gd name="connsiteY2" fmla="*/ 2741666 h 3198866"/>
              <a:gd name="connsiteX3" fmla="*/ 2057322 w 2514522"/>
              <a:gd name="connsiteY3" fmla="*/ 3198866 h 3198866"/>
              <a:gd name="connsiteX4" fmla="*/ 0 w 2514522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522" h="3198866">
                <a:moveTo>
                  <a:pt x="0" y="0"/>
                </a:moveTo>
                <a:lnTo>
                  <a:pt x="2514522" y="0"/>
                </a:lnTo>
                <a:lnTo>
                  <a:pt x="2514522" y="2741666"/>
                </a:lnTo>
                <a:lnTo>
                  <a:pt x="2057322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1" name="Caption 3"/>
          <p:cNvSpPr>
            <a:spLocks noGrp="1"/>
          </p:cNvSpPr>
          <p:nvPr>
            <p:ph type="body" idx="119" hasCustomPrompt="1"/>
          </p:nvPr>
        </p:nvSpPr>
        <p:spPr>
          <a:xfrm>
            <a:off x="6324637" y="3676161"/>
            <a:ext cx="2286000" cy="19207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72" name="Heading 3"/>
          <p:cNvSpPr>
            <a:spLocks noGrp="1"/>
          </p:cNvSpPr>
          <p:nvPr>
            <p:ph type="body" sz="quarter" idx="120" hasCustomPrompt="1"/>
          </p:nvPr>
        </p:nvSpPr>
        <p:spPr>
          <a:xfrm>
            <a:off x="6324637" y="3254993"/>
            <a:ext cx="2286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0" name="Divider 3"/>
          <p:cNvSpPr/>
          <p:nvPr userDrawn="1"/>
        </p:nvSpPr>
        <p:spPr>
          <a:xfrm>
            <a:off x="7239037" y="308673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9" name="Image 3"/>
          <p:cNvSpPr>
            <a:spLocks noGrp="1"/>
          </p:cNvSpPr>
          <p:nvPr>
            <p:ph type="pic" sz="quarter" idx="117" hasCustomPrompt="1"/>
          </p:nvPr>
        </p:nvSpPr>
        <p:spPr>
          <a:xfrm>
            <a:off x="7010437" y="2054577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55" name="Diagonal 2"/>
          <p:cNvSpPr/>
          <p:nvPr userDrawn="1"/>
        </p:nvSpPr>
        <p:spPr>
          <a:xfrm>
            <a:off x="3477786" y="2511777"/>
            <a:ext cx="2514600" cy="3198866"/>
          </a:xfrm>
          <a:custGeom>
            <a:avLst/>
            <a:gdLst>
              <a:gd name="connsiteX0" fmla="*/ 0 w 2514600"/>
              <a:gd name="connsiteY0" fmla="*/ 0 h 3198866"/>
              <a:gd name="connsiteX1" fmla="*/ 2514600 w 2514600"/>
              <a:gd name="connsiteY1" fmla="*/ 0 h 3198866"/>
              <a:gd name="connsiteX2" fmla="*/ 2514600 w 2514600"/>
              <a:gd name="connsiteY2" fmla="*/ 2741666 h 3198866"/>
              <a:gd name="connsiteX3" fmla="*/ 2057400 w 2514600"/>
              <a:gd name="connsiteY3" fmla="*/ 3198866 h 3198866"/>
              <a:gd name="connsiteX4" fmla="*/ 0 w 2514600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0" h="3198866">
                <a:moveTo>
                  <a:pt x="0" y="0"/>
                </a:moveTo>
                <a:lnTo>
                  <a:pt x="2514600" y="0"/>
                </a:lnTo>
                <a:lnTo>
                  <a:pt x="2514600" y="2741666"/>
                </a:lnTo>
                <a:lnTo>
                  <a:pt x="2057400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45" name="Caption 2"/>
          <p:cNvSpPr>
            <a:spLocks noGrp="1"/>
          </p:cNvSpPr>
          <p:nvPr>
            <p:ph type="body" idx="115" hasCustomPrompt="1"/>
          </p:nvPr>
        </p:nvSpPr>
        <p:spPr>
          <a:xfrm>
            <a:off x="3592086" y="3676161"/>
            <a:ext cx="2286000" cy="19207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47" name="Heading 2"/>
          <p:cNvSpPr>
            <a:spLocks noGrp="1"/>
          </p:cNvSpPr>
          <p:nvPr>
            <p:ph type="body" sz="quarter" idx="116" hasCustomPrompt="1"/>
          </p:nvPr>
        </p:nvSpPr>
        <p:spPr>
          <a:xfrm>
            <a:off x="3592086" y="3254993"/>
            <a:ext cx="2286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9" name="Divider 2"/>
          <p:cNvSpPr/>
          <p:nvPr userDrawn="1"/>
        </p:nvSpPr>
        <p:spPr>
          <a:xfrm>
            <a:off x="4506486" y="3087916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2" name="Image 2"/>
          <p:cNvSpPr>
            <a:spLocks noGrp="1"/>
          </p:cNvSpPr>
          <p:nvPr>
            <p:ph type="pic" sz="quarter" idx="113" hasCustomPrompt="1"/>
          </p:nvPr>
        </p:nvSpPr>
        <p:spPr>
          <a:xfrm>
            <a:off x="4277886" y="2054577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46" name="Diagonal 1"/>
          <p:cNvSpPr/>
          <p:nvPr userDrawn="1"/>
        </p:nvSpPr>
        <p:spPr>
          <a:xfrm>
            <a:off x="723900" y="2516134"/>
            <a:ext cx="2514600" cy="3198866"/>
          </a:xfrm>
          <a:custGeom>
            <a:avLst/>
            <a:gdLst>
              <a:gd name="connsiteX0" fmla="*/ 0 w 2514600"/>
              <a:gd name="connsiteY0" fmla="*/ 0 h 3198866"/>
              <a:gd name="connsiteX1" fmla="*/ 2514600 w 2514600"/>
              <a:gd name="connsiteY1" fmla="*/ 0 h 3198866"/>
              <a:gd name="connsiteX2" fmla="*/ 2514600 w 2514600"/>
              <a:gd name="connsiteY2" fmla="*/ 2741666 h 3198866"/>
              <a:gd name="connsiteX3" fmla="*/ 2057400 w 2514600"/>
              <a:gd name="connsiteY3" fmla="*/ 3198866 h 3198866"/>
              <a:gd name="connsiteX4" fmla="*/ 0 w 2514600"/>
              <a:gd name="connsiteY4" fmla="*/ 3198866 h 319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4600" h="3198866">
                <a:moveTo>
                  <a:pt x="0" y="0"/>
                </a:moveTo>
                <a:lnTo>
                  <a:pt x="2514600" y="0"/>
                </a:lnTo>
                <a:lnTo>
                  <a:pt x="2514600" y="2741666"/>
                </a:lnTo>
                <a:lnTo>
                  <a:pt x="2057400" y="3198866"/>
                </a:lnTo>
                <a:lnTo>
                  <a:pt x="0" y="3198866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4" name="Caption 1"/>
          <p:cNvSpPr>
            <a:spLocks noGrp="1"/>
          </p:cNvSpPr>
          <p:nvPr>
            <p:ph type="body" idx="44" hasCustomPrompt="1"/>
          </p:nvPr>
        </p:nvSpPr>
        <p:spPr>
          <a:xfrm>
            <a:off x="838200" y="3676161"/>
            <a:ext cx="2286000" cy="19207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5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838200" y="3254993"/>
            <a:ext cx="2286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1"/>
          <p:cNvSpPr/>
          <p:nvPr userDrawn="1"/>
        </p:nvSpPr>
        <p:spPr>
          <a:xfrm>
            <a:off x="1752600" y="3087916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1524000" y="2057400"/>
            <a:ext cx="914400" cy="9144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41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74328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48" grpId="0" animBg="1"/>
      <p:bldP spid="53" grpId="0"/>
      <p:bldP spid="62" grpId="0" animBg="1"/>
      <p:bldP spid="50" grpId="0" animBg="1"/>
      <p:bldP spid="69" grpId="0"/>
      <p:bldP spid="55" grpId="0" animBg="1"/>
      <p:bldP spid="49" grpId="0" animBg="1"/>
      <p:bldP spid="42" grpId="0"/>
      <p:bldP spid="46" grpId="0" animBg="1"/>
      <p:bldP spid="36" grpId="0" animBg="1"/>
      <p:bldP spid="32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tlight,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26" name="Caption 2"/>
          <p:cNvSpPr>
            <a:spLocks noGrp="1"/>
          </p:cNvSpPr>
          <p:nvPr>
            <p:ph type="body" idx="115" hasCustomPrompt="1"/>
          </p:nvPr>
        </p:nvSpPr>
        <p:spPr>
          <a:xfrm>
            <a:off x="6210303" y="4143350"/>
            <a:ext cx="5257794" cy="15716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7" name="Heading 2"/>
          <p:cNvSpPr>
            <a:spLocks noGrp="1"/>
          </p:cNvSpPr>
          <p:nvPr>
            <p:ph type="body" sz="quarter" idx="116" hasCustomPrompt="1"/>
          </p:nvPr>
        </p:nvSpPr>
        <p:spPr>
          <a:xfrm>
            <a:off x="6210303" y="3598163"/>
            <a:ext cx="525779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7" name="Divider 2"/>
          <p:cNvSpPr/>
          <p:nvPr userDrawn="1"/>
        </p:nvSpPr>
        <p:spPr>
          <a:xfrm>
            <a:off x="8610600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Image 2"/>
          <p:cNvSpPr>
            <a:spLocks noGrp="1"/>
          </p:cNvSpPr>
          <p:nvPr>
            <p:ph type="pic" sz="quarter" idx="113" hasCustomPrompt="1"/>
          </p:nvPr>
        </p:nvSpPr>
        <p:spPr>
          <a:xfrm>
            <a:off x="8382000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2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901" y="4143350"/>
            <a:ext cx="5257796" cy="15716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3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1" y="3598163"/>
            <a:ext cx="525779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1"/>
          <p:cNvSpPr/>
          <p:nvPr userDrawn="1"/>
        </p:nvSpPr>
        <p:spPr>
          <a:xfrm>
            <a:off x="3124199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2895599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53204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24" grpId="0"/>
      <p:bldP spid="36" grpId="0" animBg="1"/>
      <p:bldP spid="95" grpId="0"/>
    </p:bldLst>
  </p:timing>
  <p:extLst>
    <p:ext uri="{DCECCB84-F9BA-43D5-87BE-67443E8EF086}">
      <p15:sldGuideLst xmlns:p15="http://schemas.microsoft.com/office/powerpoint/2012/main">
        <p15:guide id="1" orient="horz" pos="2088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tlight,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30" name="Caption 3"/>
          <p:cNvSpPr>
            <a:spLocks noGrp="1"/>
          </p:cNvSpPr>
          <p:nvPr>
            <p:ph type="body" idx="119" hasCustomPrompt="1"/>
          </p:nvPr>
        </p:nvSpPr>
        <p:spPr>
          <a:xfrm>
            <a:off x="8039033" y="4143350"/>
            <a:ext cx="3435276" cy="15716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1" name="Heading 3"/>
          <p:cNvSpPr>
            <a:spLocks noGrp="1"/>
          </p:cNvSpPr>
          <p:nvPr>
            <p:ph type="body" sz="quarter" idx="120" hasCustomPrompt="1"/>
          </p:nvPr>
        </p:nvSpPr>
        <p:spPr>
          <a:xfrm>
            <a:off x="8039033" y="3598163"/>
            <a:ext cx="343527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8" name="Divider 3"/>
          <p:cNvSpPr/>
          <p:nvPr userDrawn="1"/>
        </p:nvSpPr>
        <p:spPr>
          <a:xfrm>
            <a:off x="9528071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Image 3"/>
          <p:cNvSpPr>
            <a:spLocks noGrp="1"/>
          </p:cNvSpPr>
          <p:nvPr>
            <p:ph type="pic" sz="quarter" idx="117" hasCustomPrompt="1"/>
          </p:nvPr>
        </p:nvSpPr>
        <p:spPr>
          <a:xfrm>
            <a:off x="9299471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6" name="Caption 2"/>
          <p:cNvSpPr>
            <a:spLocks noGrp="1"/>
          </p:cNvSpPr>
          <p:nvPr>
            <p:ph type="body" idx="115" hasCustomPrompt="1"/>
          </p:nvPr>
        </p:nvSpPr>
        <p:spPr>
          <a:xfrm>
            <a:off x="4381504" y="4143350"/>
            <a:ext cx="3428994" cy="15716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7" name="Heading 2"/>
          <p:cNvSpPr>
            <a:spLocks noGrp="1"/>
          </p:cNvSpPr>
          <p:nvPr>
            <p:ph type="body" sz="quarter" idx="116" hasCustomPrompt="1"/>
          </p:nvPr>
        </p:nvSpPr>
        <p:spPr>
          <a:xfrm>
            <a:off x="4381504" y="3598163"/>
            <a:ext cx="342899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7" name="Divider 2"/>
          <p:cNvSpPr/>
          <p:nvPr userDrawn="1"/>
        </p:nvSpPr>
        <p:spPr>
          <a:xfrm>
            <a:off x="5867401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Image 2"/>
          <p:cNvSpPr>
            <a:spLocks noGrp="1"/>
          </p:cNvSpPr>
          <p:nvPr>
            <p:ph type="pic" sz="quarter" idx="113" hasCustomPrompt="1"/>
          </p:nvPr>
        </p:nvSpPr>
        <p:spPr>
          <a:xfrm>
            <a:off x="5638801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2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901" y="4143350"/>
            <a:ext cx="3428996" cy="157165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3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1" y="3598163"/>
            <a:ext cx="342899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1"/>
          <p:cNvSpPr/>
          <p:nvPr userDrawn="1"/>
        </p:nvSpPr>
        <p:spPr>
          <a:xfrm>
            <a:off x="2209799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1981199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51952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8" grpId="0"/>
      <p:bldP spid="37" grpId="0" animBg="1"/>
      <p:bldP spid="24" grpId="0"/>
      <p:bldP spid="36" grpId="0" animBg="1"/>
      <p:bldP spid="95" grpId="0"/>
    </p:bldLst>
  </p:timing>
  <p:extLst>
    <p:ext uri="{DCECCB84-F9BA-43D5-87BE-67443E8EF086}">
      <p15:sldGuideLst xmlns:p15="http://schemas.microsoft.com/office/powerpoint/2012/main">
        <p15:guide id="1" orient="horz" pos="2088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tlight,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34" name="Caption 4"/>
          <p:cNvSpPr>
            <a:spLocks noGrp="1"/>
          </p:cNvSpPr>
          <p:nvPr>
            <p:ph type="body" idx="123" hasCustomPrompt="1"/>
          </p:nvPr>
        </p:nvSpPr>
        <p:spPr>
          <a:xfrm>
            <a:off x="8953501" y="4020240"/>
            <a:ext cx="2514600" cy="169476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5" name="Heading 4"/>
          <p:cNvSpPr>
            <a:spLocks noGrp="1"/>
          </p:cNvSpPr>
          <p:nvPr>
            <p:ph type="body" sz="quarter" idx="124" hasCustomPrompt="1"/>
          </p:nvPr>
        </p:nvSpPr>
        <p:spPr>
          <a:xfrm>
            <a:off x="8953501" y="3598162"/>
            <a:ext cx="25146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Divider 4"/>
          <p:cNvSpPr/>
          <p:nvPr userDrawn="1"/>
        </p:nvSpPr>
        <p:spPr>
          <a:xfrm>
            <a:off x="9982201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2" name="Image 4"/>
          <p:cNvSpPr>
            <a:spLocks noGrp="1"/>
          </p:cNvSpPr>
          <p:nvPr>
            <p:ph type="pic" sz="quarter" idx="121" hasCustomPrompt="1"/>
          </p:nvPr>
        </p:nvSpPr>
        <p:spPr>
          <a:xfrm>
            <a:off x="9753601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30" name="Caption 3"/>
          <p:cNvSpPr>
            <a:spLocks noGrp="1"/>
          </p:cNvSpPr>
          <p:nvPr>
            <p:ph type="body" idx="119" hasCustomPrompt="1"/>
          </p:nvPr>
        </p:nvSpPr>
        <p:spPr>
          <a:xfrm>
            <a:off x="6210301" y="4020240"/>
            <a:ext cx="2514600" cy="169476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1" name="Heading 3"/>
          <p:cNvSpPr>
            <a:spLocks noGrp="1"/>
          </p:cNvSpPr>
          <p:nvPr>
            <p:ph type="body" sz="quarter" idx="120" hasCustomPrompt="1"/>
          </p:nvPr>
        </p:nvSpPr>
        <p:spPr>
          <a:xfrm>
            <a:off x="6210301" y="3598162"/>
            <a:ext cx="25146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8" name="Divider 3"/>
          <p:cNvSpPr/>
          <p:nvPr userDrawn="1"/>
        </p:nvSpPr>
        <p:spPr>
          <a:xfrm>
            <a:off x="7239001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Image 3"/>
          <p:cNvSpPr>
            <a:spLocks noGrp="1"/>
          </p:cNvSpPr>
          <p:nvPr>
            <p:ph type="pic" sz="quarter" idx="117" hasCustomPrompt="1"/>
          </p:nvPr>
        </p:nvSpPr>
        <p:spPr>
          <a:xfrm>
            <a:off x="7010401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6" name="Caption 2"/>
          <p:cNvSpPr>
            <a:spLocks noGrp="1"/>
          </p:cNvSpPr>
          <p:nvPr>
            <p:ph type="body" idx="115" hasCustomPrompt="1"/>
          </p:nvPr>
        </p:nvSpPr>
        <p:spPr>
          <a:xfrm>
            <a:off x="3467101" y="4020240"/>
            <a:ext cx="2514600" cy="169476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7" name="Heading 2"/>
          <p:cNvSpPr>
            <a:spLocks noGrp="1"/>
          </p:cNvSpPr>
          <p:nvPr>
            <p:ph type="body" sz="quarter" idx="116" hasCustomPrompt="1"/>
          </p:nvPr>
        </p:nvSpPr>
        <p:spPr>
          <a:xfrm>
            <a:off x="3467101" y="3598162"/>
            <a:ext cx="25146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7" name="Divider 2"/>
          <p:cNvSpPr/>
          <p:nvPr userDrawn="1"/>
        </p:nvSpPr>
        <p:spPr>
          <a:xfrm>
            <a:off x="4495801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Image 2"/>
          <p:cNvSpPr>
            <a:spLocks noGrp="1"/>
          </p:cNvSpPr>
          <p:nvPr>
            <p:ph type="pic" sz="quarter" idx="113" hasCustomPrompt="1"/>
          </p:nvPr>
        </p:nvSpPr>
        <p:spPr>
          <a:xfrm>
            <a:off x="4267201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2" name="Caption 1"/>
          <p:cNvSpPr>
            <a:spLocks noGrp="1"/>
          </p:cNvSpPr>
          <p:nvPr>
            <p:ph type="body" idx="44" hasCustomPrompt="1"/>
          </p:nvPr>
        </p:nvSpPr>
        <p:spPr>
          <a:xfrm>
            <a:off x="723901" y="4020240"/>
            <a:ext cx="2514600" cy="169476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425563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23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1" y="3598162"/>
            <a:ext cx="25146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6" name="Divider 1"/>
          <p:cNvSpPr/>
          <p:nvPr userDrawn="1"/>
        </p:nvSpPr>
        <p:spPr>
          <a:xfrm>
            <a:off x="1752601" y="3428998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1524001" y="24003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25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5784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2" grpId="0"/>
      <p:bldP spid="38" grpId="0" animBg="1"/>
      <p:bldP spid="28" grpId="0"/>
      <p:bldP spid="37" grpId="0" animBg="1"/>
      <p:bldP spid="24" grpId="0"/>
      <p:bldP spid="36" grpId="0" animBg="1"/>
      <p:bldP spid="95" grpId="0"/>
    </p:bldLst>
  </p:timing>
  <p:extLst>
    <p:ext uri="{DCECCB84-F9BA-43D5-87BE-67443E8EF086}">
      <p15:sldGuideLst xmlns:p15="http://schemas.microsoft.com/office/powerpoint/2012/main">
        <p15:guide id="1" orient="horz" pos="2088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tlight, 1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/>
          <p:cNvSpPr>
            <a:spLocks noGrp="1"/>
          </p:cNvSpPr>
          <p:nvPr>
            <p:ph type="sldNum" sz="quarter" idx="96"/>
          </p:nvPr>
        </p:nvSpPr>
        <p:spPr/>
        <p:txBody>
          <a:bodyPr/>
          <a:lstStyle/>
          <a:p>
            <a:fld id="{993E5C3D-A167-DF43-B02B-F492F89E54C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"/>
          <p:cNvSpPr>
            <a:spLocks noGrp="1"/>
          </p:cNvSpPr>
          <p:nvPr>
            <p:ph type="ftr" sz="quarter" idx="112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1" name="Heading 12"/>
          <p:cNvSpPr>
            <a:spLocks noGrp="1"/>
          </p:cNvSpPr>
          <p:nvPr>
            <p:ph type="body" sz="quarter" idx="150" hasCustomPrompt="1"/>
          </p:nvPr>
        </p:nvSpPr>
        <p:spPr>
          <a:xfrm>
            <a:off x="9867900" y="5198364"/>
            <a:ext cx="1600202" cy="5166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0" name="Divider 12"/>
          <p:cNvSpPr/>
          <p:nvPr userDrawn="1"/>
        </p:nvSpPr>
        <p:spPr>
          <a:xfrm>
            <a:off x="10439401" y="50292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9" name="Image 12"/>
          <p:cNvSpPr>
            <a:spLocks noGrp="1"/>
          </p:cNvSpPr>
          <p:nvPr>
            <p:ph type="pic" sz="quarter" idx="148" hasCustomPrompt="1"/>
          </p:nvPr>
        </p:nvSpPr>
        <p:spPr>
          <a:xfrm>
            <a:off x="10210801" y="40005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6" name="Heading 11"/>
          <p:cNvSpPr>
            <a:spLocks noGrp="1"/>
          </p:cNvSpPr>
          <p:nvPr>
            <p:ph type="body" sz="quarter" idx="147" hasCustomPrompt="1"/>
          </p:nvPr>
        </p:nvSpPr>
        <p:spPr>
          <a:xfrm>
            <a:off x="8039101" y="5198364"/>
            <a:ext cx="1600202" cy="5166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9" name="Divider 11"/>
          <p:cNvSpPr/>
          <p:nvPr userDrawn="1"/>
        </p:nvSpPr>
        <p:spPr>
          <a:xfrm>
            <a:off x="8610601" y="50292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4" name="Image 11"/>
          <p:cNvSpPr>
            <a:spLocks noGrp="1"/>
          </p:cNvSpPr>
          <p:nvPr>
            <p:ph type="pic" sz="quarter" idx="145" hasCustomPrompt="1"/>
          </p:nvPr>
        </p:nvSpPr>
        <p:spPr>
          <a:xfrm>
            <a:off x="8382001" y="40005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3" name="Heading 10"/>
          <p:cNvSpPr>
            <a:spLocks noGrp="1"/>
          </p:cNvSpPr>
          <p:nvPr>
            <p:ph type="body" sz="quarter" idx="144" hasCustomPrompt="1"/>
          </p:nvPr>
        </p:nvSpPr>
        <p:spPr>
          <a:xfrm>
            <a:off x="6210301" y="5198364"/>
            <a:ext cx="1600202" cy="5166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8" name="Divider 10"/>
          <p:cNvSpPr/>
          <p:nvPr userDrawn="1"/>
        </p:nvSpPr>
        <p:spPr>
          <a:xfrm>
            <a:off x="6781801" y="50292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1" name="Image 10"/>
          <p:cNvSpPr>
            <a:spLocks noGrp="1"/>
          </p:cNvSpPr>
          <p:nvPr>
            <p:ph type="pic" sz="quarter" idx="142" hasCustomPrompt="1"/>
          </p:nvPr>
        </p:nvSpPr>
        <p:spPr>
          <a:xfrm>
            <a:off x="6553201" y="40005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0" name="Heading 9"/>
          <p:cNvSpPr>
            <a:spLocks noGrp="1"/>
          </p:cNvSpPr>
          <p:nvPr>
            <p:ph type="body" sz="quarter" idx="141" hasCustomPrompt="1"/>
          </p:nvPr>
        </p:nvSpPr>
        <p:spPr>
          <a:xfrm>
            <a:off x="4381501" y="5198364"/>
            <a:ext cx="1600202" cy="5166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" name="Divider 9"/>
          <p:cNvSpPr/>
          <p:nvPr userDrawn="1"/>
        </p:nvSpPr>
        <p:spPr>
          <a:xfrm>
            <a:off x="4953002" y="50292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8" name="Image 9"/>
          <p:cNvSpPr>
            <a:spLocks noGrp="1"/>
          </p:cNvSpPr>
          <p:nvPr>
            <p:ph type="pic" sz="quarter" idx="139" hasCustomPrompt="1"/>
          </p:nvPr>
        </p:nvSpPr>
        <p:spPr>
          <a:xfrm>
            <a:off x="4724402" y="40005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57" name="Heading 8"/>
          <p:cNvSpPr>
            <a:spLocks noGrp="1"/>
          </p:cNvSpPr>
          <p:nvPr>
            <p:ph type="body" sz="quarter" idx="138" hasCustomPrompt="1"/>
          </p:nvPr>
        </p:nvSpPr>
        <p:spPr>
          <a:xfrm>
            <a:off x="2552701" y="5198364"/>
            <a:ext cx="1600202" cy="5166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6" name="Divider 8"/>
          <p:cNvSpPr/>
          <p:nvPr userDrawn="1"/>
        </p:nvSpPr>
        <p:spPr>
          <a:xfrm>
            <a:off x="3124202" y="50292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5" name="Image 8"/>
          <p:cNvSpPr>
            <a:spLocks noGrp="1"/>
          </p:cNvSpPr>
          <p:nvPr>
            <p:ph type="pic" sz="quarter" idx="136" hasCustomPrompt="1"/>
          </p:nvPr>
        </p:nvSpPr>
        <p:spPr>
          <a:xfrm>
            <a:off x="2895602" y="40005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54" name="Heading 7"/>
          <p:cNvSpPr>
            <a:spLocks noGrp="1"/>
          </p:cNvSpPr>
          <p:nvPr>
            <p:ph type="body" sz="quarter" idx="135" hasCustomPrompt="1"/>
          </p:nvPr>
        </p:nvSpPr>
        <p:spPr>
          <a:xfrm>
            <a:off x="723901" y="5198364"/>
            <a:ext cx="1600202" cy="5166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5" name="Divider 7"/>
          <p:cNvSpPr/>
          <p:nvPr userDrawn="1"/>
        </p:nvSpPr>
        <p:spPr>
          <a:xfrm>
            <a:off x="1295402" y="5029200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2" name="Image 7"/>
          <p:cNvSpPr>
            <a:spLocks noGrp="1"/>
          </p:cNvSpPr>
          <p:nvPr>
            <p:ph type="pic" sz="quarter" idx="133" hasCustomPrompt="1"/>
          </p:nvPr>
        </p:nvSpPr>
        <p:spPr>
          <a:xfrm>
            <a:off x="1066802" y="4000500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68" name="Heading 6"/>
          <p:cNvSpPr>
            <a:spLocks noGrp="1"/>
          </p:cNvSpPr>
          <p:nvPr>
            <p:ph type="body" sz="quarter" idx="132" hasCustomPrompt="1"/>
          </p:nvPr>
        </p:nvSpPr>
        <p:spPr>
          <a:xfrm>
            <a:off x="9867901" y="3259686"/>
            <a:ext cx="1600200" cy="5122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4" name="Divider 6"/>
          <p:cNvSpPr/>
          <p:nvPr userDrawn="1"/>
        </p:nvSpPr>
        <p:spPr>
          <a:xfrm>
            <a:off x="10439401" y="30906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7" name="Image 6"/>
          <p:cNvSpPr>
            <a:spLocks noGrp="1"/>
          </p:cNvSpPr>
          <p:nvPr>
            <p:ph type="pic" sz="quarter" idx="129" hasCustomPrompt="1"/>
          </p:nvPr>
        </p:nvSpPr>
        <p:spPr>
          <a:xfrm>
            <a:off x="10210801" y="2061972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45" name="Heading 5"/>
          <p:cNvSpPr>
            <a:spLocks noGrp="1"/>
          </p:cNvSpPr>
          <p:nvPr>
            <p:ph type="body" sz="quarter" idx="128" hasCustomPrompt="1"/>
          </p:nvPr>
        </p:nvSpPr>
        <p:spPr>
          <a:xfrm>
            <a:off x="8039101" y="3259686"/>
            <a:ext cx="1600200" cy="5122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3" name="Divider 5"/>
          <p:cNvSpPr/>
          <p:nvPr userDrawn="1"/>
        </p:nvSpPr>
        <p:spPr>
          <a:xfrm>
            <a:off x="8610601" y="30906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2" name="Image 5"/>
          <p:cNvSpPr>
            <a:spLocks noGrp="1"/>
          </p:cNvSpPr>
          <p:nvPr>
            <p:ph type="pic" sz="quarter" idx="125" hasCustomPrompt="1"/>
          </p:nvPr>
        </p:nvSpPr>
        <p:spPr>
          <a:xfrm>
            <a:off x="8382001" y="2061972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41" name="Heading 4"/>
          <p:cNvSpPr>
            <a:spLocks noGrp="1"/>
          </p:cNvSpPr>
          <p:nvPr>
            <p:ph type="body" sz="quarter" idx="124" hasCustomPrompt="1"/>
          </p:nvPr>
        </p:nvSpPr>
        <p:spPr>
          <a:xfrm>
            <a:off x="6210301" y="3259686"/>
            <a:ext cx="1600200" cy="5122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2" name="Divider 4"/>
          <p:cNvSpPr/>
          <p:nvPr userDrawn="1"/>
        </p:nvSpPr>
        <p:spPr>
          <a:xfrm>
            <a:off x="6781801" y="30906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Image 4"/>
          <p:cNvSpPr>
            <a:spLocks noGrp="1"/>
          </p:cNvSpPr>
          <p:nvPr>
            <p:ph type="pic" sz="quarter" idx="121" hasCustomPrompt="1"/>
          </p:nvPr>
        </p:nvSpPr>
        <p:spPr>
          <a:xfrm>
            <a:off x="6553201" y="2061972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37" name="Heading 3"/>
          <p:cNvSpPr>
            <a:spLocks noGrp="1"/>
          </p:cNvSpPr>
          <p:nvPr>
            <p:ph type="body" sz="quarter" idx="120" hasCustomPrompt="1"/>
          </p:nvPr>
        </p:nvSpPr>
        <p:spPr>
          <a:xfrm>
            <a:off x="4381502" y="3259686"/>
            <a:ext cx="1600200" cy="5122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7" name="Divider 3"/>
          <p:cNvSpPr/>
          <p:nvPr userDrawn="1"/>
        </p:nvSpPr>
        <p:spPr>
          <a:xfrm>
            <a:off x="4953002" y="30906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4" name="Image 3"/>
          <p:cNvSpPr>
            <a:spLocks noGrp="1"/>
          </p:cNvSpPr>
          <p:nvPr>
            <p:ph type="pic" sz="quarter" idx="117" hasCustomPrompt="1"/>
          </p:nvPr>
        </p:nvSpPr>
        <p:spPr>
          <a:xfrm>
            <a:off x="4724402" y="2061972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33" name="Heading 2"/>
          <p:cNvSpPr>
            <a:spLocks noGrp="1"/>
          </p:cNvSpPr>
          <p:nvPr>
            <p:ph type="body" sz="quarter" idx="116" hasCustomPrompt="1"/>
          </p:nvPr>
        </p:nvSpPr>
        <p:spPr>
          <a:xfrm>
            <a:off x="2552702" y="3259686"/>
            <a:ext cx="1600200" cy="5122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0" name="Divider 2"/>
          <p:cNvSpPr/>
          <p:nvPr userDrawn="1"/>
        </p:nvSpPr>
        <p:spPr>
          <a:xfrm>
            <a:off x="3124202" y="30906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Image 2"/>
          <p:cNvSpPr>
            <a:spLocks noGrp="1"/>
          </p:cNvSpPr>
          <p:nvPr>
            <p:ph type="pic" sz="quarter" idx="113" hasCustomPrompt="1"/>
          </p:nvPr>
        </p:nvSpPr>
        <p:spPr>
          <a:xfrm>
            <a:off x="2895602" y="2061972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51" name="Heading 1"/>
          <p:cNvSpPr>
            <a:spLocks noGrp="1"/>
          </p:cNvSpPr>
          <p:nvPr>
            <p:ph type="body" sz="quarter" idx="33" hasCustomPrompt="1"/>
          </p:nvPr>
        </p:nvSpPr>
        <p:spPr>
          <a:xfrm>
            <a:off x="723902" y="3259686"/>
            <a:ext cx="1600200" cy="5122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4" name="Divider 1"/>
          <p:cNvSpPr/>
          <p:nvPr userDrawn="1"/>
        </p:nvSpPr>
        <p:spPr>
          <a:xfrm>
            <a:off x="1295402" y="3090672"/>
            <a:ext cx="457200" cy="548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Image 1"/>
          <p:cNvSpPr>
            <a:spLocks noGrp="1"/>
          </p:cNvSpPr>
          <p:nvPr>
            <p:ph type="pic" sz="quarter" idx="28" hasCustomPrompt="1"/>
          </p:nvPr>
        </p:nvSpPr>
        <p:spPr>
          <a:xfrm>
            <a:off x="1066802" y="2061972"/>
            <a:ext cx="914400" cy="9144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43" name="Sub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23900" y="1485902"/>
            <a:ext cx="10744200" cy="3428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cap="all">
                <a:solidFill>
                  <a:schemeClr val="accent2"/>
                </a:solidFill>
                <a:latin typeface="+mn-lt"/>
                <a:ea typeface="Impact" charset="0"/>
                <a:cs typeface="Impact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5851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69" grpId="0"/>
      <p:bldP spid="79" grpId="0" animBg="1"/>
      <p:bldP spid="64" grpId="0"/>
      <p:bldP spid="78" grpId="0" animBg="1"/>
      <p:bldP spid="61" grpId="0"/>
      <p:bldP spid="77" grpId="0" animBg="1"/>
      <p:bldP spid="58" grpId="0"/>
      <p:bldP spid="76" grpId="0" animBg="1"/>
      <p:bldP spid="55" grpId="0"/>
      <p:bldP spid="75" grpId="0" animBg="1"/>
      <p:bldP spid="52" grpId="0"/>
      <p:bldP spid="74" grpId="0" animBg="1"/>
      <p:bldP spid="47" grpId="0"/>
      <p:bldP spid="73" grpId="0" animBg="1"/>
      <p:bldP spid="42" grpId="0"/>
      <p:bldP spid="72" grpId="0" animBg="1"/>
      <p:bldP spid="38" grpId="0"/>
      <p:bldP spid="67" grpId="0" animBg="1"/>
      <p:bldP spid="34" grpId="0"/>
      <p:bldP spid="50" grpId="0" animBg="1"/>
      <p:bldP spid="30" grpId="0"/>
      <p:bldP spid="44" grpId="0" animBg="1"/>
      <p:bldP spid="95" grpId="0"/>
    </p:bldLst>
  </p:timing>
  <p:extLst>
    <p:ext uri="{DCECCB84-F9BA-43D5-87BE-67443E8EF086}">
      <p15:sldGuideLst xmlns:p15="http://schemas.microsoft.com/office/powerpoint/2012/main">
        <p15:guide id="1" orient="horz" pos="2376" userDrawn="1">
          <p15:clr>
            <a:srgbClr val="FBAE40"/>
          </p15:clr>
        </p15:guide>
        <p15:guide id="2" orient="horz" pos="252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Title, Number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ounding Bar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-2"/>
            <a:ext cx="766091" cy="46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28C2FB8-F8EF-3646-B9B4-9B0C977E01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900" y="5943600"/>
            <a:ext cx="2341756" cy="457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F80F8F-CD1D-3043-898E-19D720EBE52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078" y="2057399"/>
            <a:ext cx="4367560" cy="25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3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Title, Bear Head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ounding Bar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-2"/>
            <a:ext cx="766091" cy="46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14A9F92-ADF5-034A-991B-DE0D86287E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900" y="5943600"/>
            <a:ext cx="2341756" cy="457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25E2E4-A100-3C4E-8180-02E634D2C6C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078" y="2057399"/>
            <a:ext cx="4367560" cy="25917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Title, Students w/Raised Ha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286"/>
          </a:xfrm>
          <a:prstGeom prst="rect">
            <a:avLst/>
          </a:prstGeom>
        </p:spPr>
      </p:pic>
      <p:pic>
        <p:nvPicPr>
          <p:cNvPr id="6" name="Grounding Bar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954" y="-2"/>
            <a:ext cx="766091" cy="46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29ABEF3-CFDD-2C45-AB32-596D96FE79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5122" y="1828800"/>
            <a:ext cx="2341756" cy="457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4A0D4A2-0620-2D48-8343-0F7744F2B2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67000" y="967675"/>
            <a:ext cx="6858000" cy="41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10782300" y="6062473"/>
            <a:ext cx="685800" cy="33832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DCFE8AC6-424E-904F-AE4A-648F5E9D72F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"/>
          <p:cNvSpPr>
            <a:spLocks noGrp="1"/>
          </p:cNvSpPr>
          <p:nvPr>
            <p:ph type="ftr" sz="quarter" idx="3"/>
          </p:nvPr>
        </p:nvSpPr>
        <p:spPr>
          <a:xfrm>
            <a:off x="6210300" y="6062473"/>
            <a:ext cx="4572000" cy="338328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 b="1">
                <a:solidFill>
                  <a:srgbClr val="42556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723900" y="2057400"/>
            <a:ext cx="10744200" cy="3657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23900" y="685800"/>
            <a:ext cx="10744200" cy="6858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Slide title</a:t>
            </a:r>
          </a:p>
        </p:txBody>
      </p:sp>
      <p:pic>
        <p:nvPicPr>
          <p:cNvPr id="12" name="Grounding Bars"/>
          <p:cNvPicPr>
            <a:picLocks noChangeAspect="1"/>
          </p:cNvPicPr>
          <p:nvPr userDrawn="1"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-2"/>
            <a:ext cx="766091" cy="46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3764F94-7D2C-D943-A845-C3CCF3762B2F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23900" y="6057900"/>
            <a:ext cx="1756317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43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0" r:id="rId2"/>
    <p:sldLayoutId id="2147483725" r:id="rId3"/>
    <p:sldLayoutId id="2147483726" r:id="rId4"/>
    <p:sldLayoutId id="2147483651" r:id="rId5"/>
    <p:sldLayoutId id="2147483670" r:id="rId6"/>
    <p:sldLayoutId id="2147483674" r:id="rId7"/>
    <p:sldLayoutId id="2147483652" r:id="rId8"/>
    <p:sldLayoutId id="2147483706" r:id="rId9"/>
    <p:sldLayoutId id="2147483707" r:id="rId10"/>
    <p:sldLayoutId id="2147483711" r:id="rId11"/>
    <p:sldLayoutId id="2147483709" r:id="rId12"/>
    <p:sldLayoutId id="2147483710" r:id="rId13"/>
    <p:sldLayoutId id="2147483740" r:id="rId14"/>
    <p:sldLayoutId id="2147483735" r:id="rId15"/>
    <p:sldLayoutId id="2147483736" r:id="rId16"/>
    <p:sldLayoutId id="2147483686" r:id="rId17"/>
    <p:sldLayoutId id="2147483661" r:id="rId18"/>
    <p:sldLayoutId id="2147483708" r:id="rId19"/>
    <p:sldLayoutId id="2147483715" r:id="rId20"/>
    <p:sldLayoutId id="2147483716" r:id="rId21"/>
    <p:sldLayoutId id="2147483717" r:id="rId22"/>
    <p:sldLayoutId id="2147483719" r:id="rId23"/>
    <p:sldLayoutId id="2147483720" r:id="rId24"/>
    <p:sldLayoutId id="2147483721" r:id="rId25"/>
    <p:sldLayoutId id="2147483734" r:id="rId26"/>
    <p:sldLayoutId id="2147483722" r:id="rId27"/>
    <p:sldLayoutId id="2147483712" r:id="rId28"/>
    <p:sldLayoutId id="2147483713" r:id="rId29"/>
    <p:sldLayoutId id="2147483728" r:id="rId30"/>
    <p:sldLayoutId id="2147483729" r:id="rId31"/>
    <p:sldLayoutId id="2147483731" r:id="rId32"/>
    <p:sldLayoutId id="2147483732" r:id="rId33"/>
    <p:sldLayoutId id="2147483730" r:id="rId34"/>
    <p:sldLayoutId id="2147483733" r:id="rId35"/>
    <p:sldLayoutId id="2147483727" r:id="rId36"/>
    <p:sldLayoutId id="2147483693" r:id="rId37"/>
    <p:sldLayoutId id="2147483714" r:id="rId38"/>
    <p:sldLayoutId id="2147483662" r:id="rId39"/>
    <p:sldLayoutId id="2147483738" r:id="rId40"/>
    <p:sldLayoutId id="2147483739" r:id="rId4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rgbClr val="5E0009"/>
          </a:solidFill>
          <a:latin typeface="Georgia" charset="0"/>
          <a:ea typeface="Georgia" charset="0"/>
          <a:cs typeface="Georgia" charset="0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/>
        <a:buChar char="•"/>
        <a:defRPr sz="2800" kern="1200">
          <a:solidFill>
            <a:srgbClr val="425563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/>
        <a:buChar char="•"/>
        <a:defRPr sz="2400" kern="1200">
          <a:solidFill>
            <a:srgbClr val="425563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/>
        <a:buChar char="•"/>
        <a:defRPr sz="2000" kern="1200">
          <a:solidFill>
            <a:srgbClr val="425563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/>
        <a:buChar char="•"/>
        <a:defRPr sz="1800" kern="1200">
          <a:solidFill>
            <a:srgbClr val="425563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/>
        <a:buChar char="•"/>
        <a:defRPr sz="1800" kern="1200">
          <a:solidFill>
            <a:srgbClr val="425563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7" orient="horz" pos="432" userDrawn="1">
          <p15:clr>
            <a:srgbClr val="F26B43"/>
          </p15:clr>
        </p15:guide>
        <p15:guide id="9" orient="horz" pos="4032" userDrawn="1">
          <p15:clr>
            <a:srgbClr val="F26B43"/>
          </p15:clr>
        </p15:guide>
        <p15:guide id="10" orient="horz" pos="3816" userDrawn="1">
          <p15:clr>
            <a:srgbClr val="F26B43"/>
          </p15:clr>
        </p15:guide>
        <p15:guide id="11" orient="horz" pos="3600" userDrawn="1">
          <p15:clr>
            <a:srgbClr val="F26B43"/>
          </p15:clr>
        </p15:guide>
        <p15:guide id="13" orient="horz" pos="936" userDrawn="1">
          <p15:clr>
            <a:srgbClr val="F26B43"/>
          </p15:clr>
        </p15:guide>
        <p15:guide id="14" orient="horz" pos="288" userDrawn="1">
          <p15:clr>
            <a:srgbClr val="F26B43"/>
          </p15:clr>
        </p15:guide>
        <p15:guide id="15" orient="horz" pos="1296" userDrawn="1">
          <p15:clr>
            <a:srgbClr val="F26B43"/>
          </p15:clr>
        </p15:guide>
        <p15:guide id="38" pos="3768" userDrawn="1">
          <p15:clr>
            <a:srgbClr val="F26B43"/>
          </p15:clr>
        </p15:guide>
        <p15:guide id="50" pos="3912" userDrawn="1">
          <p15:clr>
            <a:srgbClr val="F26B43"/>
          </p15:clr>
        </p15:guide>
        <p15:guide id="51" orient="horz" pos="864" userDrawn="1">
          <p15:clr>
            <a:srgbClr val="F26B43"/>
          </p15:clr>
        </p15:guide>
        <p15:guide id="53" pos="3336" userDrawn="1">
          <p15:clr>
            <a:srgbClr val="F26B43"/>
          </p15:clr>
        </p15:guide>
        <p15:guide id="54" pos="3192" userDrawn="1">
          <p15:clr>
            <a:srgbClr val="F26B43"/>
          </p15:clr>
        </p15:guide>
        <p15:guide id="55" pos="2760" userDrawn="1">
          <p15:clr>
            <a:srgbClr val="F26B43"/>
          </p15:clr>
        </p15:guide>
        <p15:guide id="56" pos="2616" userDrawn="1">
          <p15:clr>
            <a:srgbClr val="F26B43"/>
          </p15:clr>
        </p15:guide>
        <p15:guide id="57" pos="2184" userDrawn="1">
          <p15:clr>
            <a:srgbClr val="F26B43"/>
          </p15:clr>
        </p15:guide>
        <p15:guide id="58" pos="2040" userDrawn="1">
          <p15:clr>
            <a:srgbClr val="F26B43"/>
          </p15:clr>
        </p15:guide>
        <p15:guide id="59" pos="1608" userDrawn="1">
          <p15:clr>
            <a:srgbClr val="F26B43"/>
          </p15:clr>
        </p15:guide>
        <p15:guide id="60" pos="1464" userDrawn="1">
          <p15:clr>
            <a:srgbClr val="F26B43"/>
          </p15:clr>
        </p15:guide>
        <p15:guide id="61" pos="1032" userDrawn="1">
          <p15:clr>
            <a:srgbClr val="F26B43"/>
          </p15:clr>
        </p15:guide>
        <p15:guide id="62" pos="888" userDrawn="1">
          <p15:clr>
            <a:srgbClr val="F26B43"/>
          </p15:clr>
        </p15:guide>
        <p15:guide id="63" pos="456" userDrawn="1">
          <p15:clr>
            <a:srgbClr val="F26B43"/>
          </p15:clr>
        </p15:guide>
        <p15:guide id="64" pos="312" userDrawn="1">
          <p15:clr>
            <a:srgbClr val="F26B43"/>
          </p15:clr>
        </p15:guide>
        <p15:guide id="65" pos="4344" userDrawn="1">
          <p15:clr>
            <a:srgbClr val="F26B43"/>
          </p15:clr>
        </p15:guide>
        <p15:guide id="66" pos="4488" userDrawn="1">
          <p15:clr>
            <a:srgbClr val="F26B43"/>
          </p15:clr>
        </p15:guide>
        <p15:guide id="67" pos="4920" userDrawn="1">
          <p15:clr>
            <a:srgbClr val="F26B43"/>
          </p15:clr>
        </p15:guide>
        <p15:guide id="68" pos="5064" userDrawn="1">
          <p15:clr>
            <a:srgbClr val="F26B43"/>
          </p15:clr>
        </p15:guide>
        <p15:guide id="69" pos="5496" userDrawn="1">
          <p15:clr>
            <a:srgbClr val="F26B43"/>
          </p15:clr>
        </p15:guide>
        <p15:guide id="70" pos="5640" userDrawn="1">
          <p15:clr>
            <a:srgbClr val="F26B43"/>
          </p15:clr>
        </p15:guide>
        <p15:guide id="71" pos="6072" userDrawn="1">
          <p15:clr>
            <a:srgbClr val="F26B43"/>
          </p15:clr>
        </p15:guide>
        <p15:guide id="72" pos="6216" userDrawn="1">
          <p15:clr>
            <a:srgbClr val="F26B43"/>
          </p15:clr>
        </p15:guide>
        <p15:guide id="73" pos="6648" userDrawn="1">
          <p15:clr>
            <a:srgbClr val="F26B43"/>
          </p15:clr>
        </p15:guide>
        <p15:guide id="74" pos="6792" userDrawn="1">
          <p15:clr>
            <a:srgbClr val="F26B43"/>
          </p15:clr>
        </p15:guide>
        <p15:guide id="75" pos="7224" userDrawn="1">
          <p15:clr>
            <a:srgbClr val="F26B43"/>
          </p15:clr>
        </p15:guide>
        <p15:guide id="76" pos="7368" userDrawn="1">
          <p15:clr>
            <a:srgbClr val="F26B43"/>
          </p15:clr>
        </p15:guide>
        <p15:guide id="77" orient="horz" pos="1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59E166-F62B-9009-114D-85F9E251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8AC6-424E-904F-AE4A-648F5E9D72F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06966A-C468-4C32-2E27-AC0C00860C8B}"/>
              </a:ext>
            </a:extLst>
          </p:cNvPr>
          <p:cNvGrpSpPr/>
          <p:nvPr/>
        </p:nvGrpSpPr>
        <p:grpSpPr>
          <a:xfrm>
            <a:off x="459180" y="539495"/>
            <a:ext cx="11456557" cy="5954270"/>
            <a:chOff x="459180" y="539495"/>
            <a:chExt cx="11456557" cy="595427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D4625E-B8AD-86C9-B88F-F0F506C00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1350" y="1075503"/>
              <a:ext cx="6499928" cy="5325298"/>
            </a:xfrm>
            <a:prstGeom prst="rect">
              <a:avLst/>
            </a:prstGeom>
          </p:spPr>
        </p:pic>
        <p:sp>
          <p:nvSpPr>
            <p:cNvPr id="30" name="Speech Bubble: Rectangle 29">
              <a:extLst>
                <a:ext uri="{FF2B5EF4-FFF2-40B4-BE49-F238E27FC236}">
                  <a16:creationId xmlns:a16="http://schemas.microsoft.com/office/drawing/2014/main" id="{0988546E-B990-87EA-28C5-F4B780FD7C0C}"/>
                </a:ext>
              </a:extLst>
            </p:cNvPr>
            <p:cNvSpPr/>
            <p:nvPr/>
          </p:nvSpPr>
          <p:spPr>
            <a:xfrm>
              <a:off x="459180" y="5290984"/>
              <a:ext cx="2466899" cy="572569"/>
            </a:xfrm>
            <a:prstGeom prst="wedgeRectCallout">
              <a:avLst>
                <a:gd name="adj1" fmla="val 123999"/>
                <a:gd name="adj2" fmla="val -66303"/>
              </a:avLst>
            </a:prstGeom>
            <a:solidFill>
              <a:schemeClr val="bg1"/>
            </a:solidFill>
            <a:ln w="317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Speech Bubble: Rectangle 26">
              <a:extLst>
                <a:ext uri="{FF2B5EF4-FFF2-40B4-BE49-F238E27FC236}">
                  <a16:creationId xmlns:a16="http://schemas.microsoft.com/office/drawing/2014/main" id="{141B0FB1-4F42-2769-23F2-9172AB3E867B}"/>
                </a:ext>
              </a:extLst>
            </p:cNvPr>
            <p:cNvSpPr/>
            <p:nvPr/>
          </p:nvSpPr>
          <p:spPr>
            <a:xfrm>
              <a:off x="1051559" y="3879694"/>
              <a:ext cx="1088136" cy="1092444"/>
            </a:xfrm>
            <a:prstGeom prst="wedgeRectCallout">
              <a:avLst>
                <a:gd name="adj1" fmla="val 294422"/>
                <a:gd name="adj2" fmla="val 66791"/>
              </a:avLst>
            </a:prstGeom>
            <a:solidFill>
              <a:schemeClr val="bg1"/>
            </a:solidFill>
            <a:ln w="3175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Speech Bubble: Rectangle 8">
              <a:extLst>
                <a:ext uri="{FF2B5EF4-FFF2-40B4-BE49-F238E27FC236}">
                  <a16:creationId xmlns:a16="http://schemas.microsoft.com/office/drawing/2014/main" id="{CB212BF0-DBBF-80A6-C41D-F61ADD6632B0}"/>
                </a:ext>
              </a:extLst>
            </p:cNvPr>
            <p:cNvSpPr/>
            <p:nvPr/>
          </p:nvSpPr>
          <p:spPr>
            <a:xfrm>
              <a:off x="642917" y="5969509"/>
              <a:ext cx="1948795" cy="524256"/>
            </a:xfrm>
            <a:prstGeom prst="wedgeRectCallout">
              <a:avLst>
                <a:gd name="adj1" fmla="val 217348"/>
                <a:gd name="adj2" fmla="val -203603"/>
              </a:avLst>
            </a:prstGeom>
            <a:solidFill>
              <a:schemeClr val="bg1">
                <a:alpha val="0"/>
              </a:schemeClr>
            </a:solidFill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Speech Bubble: Rectangle 17">
              <a:extLst>
                <a:ext uri="{FF2B5EF4-FFF2-40B4-BE49-F238E27FC236}">
                  <a16:creationId xmlns:a16="http://schemas.microsoft.com/office/drawing/2014/main" id="{B8158E20-9F55-5D1A-3850-084061C1265A}"/>
                </a:ext>
              </a:extLst>
            </p:cNvPr>
            <p:cNvSpPr/>
            <p:nvPr/>
          </p:nvSpPr>
          <p:spPr>
            <a:xfrm>
              <a:off x="1069849" y="2758835"/>
              <a:ext cx="1764792" cy="802014"/>
            </a:xfrm>
            <a:prstGeom prst="wedgeRectCallout">
              <a:avLst>
                <a:gd name="adj1" fmla="val 160490"/>
                <a:gd name="adj2" fmla="val 238823"/>
              </a:avLst>
            </a:prstGeom>
            <a:solidFill>
              <a:schemeClr val="bg1"/>
            </a:solidFill>
            <a:ln w="317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Speech Bubble: Rectangle 12">
              <a:extLst>
                <a:ext uri="{FF2B5EF4-FFF2-40B4-BE49-F238E27FC236}">
                  <a16:creationId xmlns:a16="http://schemas.microsoft.com/office/drawing/2014/main" id="{4772258D-E009-B2C9-F5CC-36A9F0C23169}"/>
                </a:ext>
              </a:extLst>
            </p:cNvPr>
            <p:cNvSpPr/>
            <p:nvPr/>
          </p:nvSpPr>
          <p:spPr>
            <a:xfrm>
              <a:off x="9843985" y="4652205"/>
              <a:ext cx="2071752" cy="572241"/>
            </a:xfrm>
            <a:prstGeom prst="wedgeRectCallout">
              <a:avLst>
                <a:gd name="adj1" fmla="val -165263"/>
                <a:gd name="adj2" fmla="val -151277"/>
              </a:avLst>
            </a:prstGeom>
            <a:solidFill>
              <a:schemeClr val="bg1"/>
            </a:solidFill>
            <a:ln w="317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6722118-DAF9-A0DC-0633-586A8AEC8C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31" t="30576" r="52391"/>
            <a:stretch/>
          </p:blipFill>
          <p:spPr>
            <a:xfrm>
              <a:off x="9992726" y="4691085"/>
              <a:ext cx="1912972" cy="47252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A7C7B55-4F0B-A3AE-CFB2-C969E700C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0335" y="2857828"/>
              <a:ext cx="1601153" cy="593937"/>
            </a:xfrm>
            <a:prstGeom prst="rect">
              <a:avLst/>
            </a:prstGeom>
          </p:spPr>
        </p:pic>
        <p:sp>
          <p:nvSpPr>
            <p:cNvPr id="21" name="Speech Bubble: Rectangle 20">
              <a:extLst>
                <a:ext uri="{FF2B5EF4-FFF2-40B4-BE49-F238E27FC236}">
                  <a16:creationId xmlns:a16="http://schemas.microsoft.com/office/drawing/2014/main" id="{ECB3A2FF-B5BD-F6E7-DFE2-2FC716C40BA0}"/>
                </a:ext>
              </a:extLst>
            </p:cNvPr>
            <p:cNvSpPr/>
            <p:nvPr/>
          </p:nvSpPr>
          <p:spPr>
            <a:xfrm>
              <a:off x="7434073" y="539495"/>
              <a:ext cx="1023040" cy="1115569"/>
            </a:xfrm>
            <a:prstGeom prst="wedgeRectCallout">
              <a:avLst>
                <a:gd name="adj1" fmla="val -122811"/>
                <a:gd name="adj2" fmla="val 182119"/>
              </a:avLst>
            </a:prstGeom>
            <a:solidFill>
              <a:schemeClr val="bg1"/>
            </a:solidFill>
            <a:ln w="31750">
              <a:solidFill>
                <a:srgbClr val="CFB5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EE3A6BF-1E9F-1B57-CD0D-DF907C9E6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70649" y="588643"/>
              <a:ext cx="949888" cy="1017272"/>
            </a:xfrm>
            <a:prstGeom prst="rect">
              <a:avLst/>
            </a:prstGeom>
          </p:spPr>
        </p:pic>
        <p:sp>
          <p:nvSpPr>
            <p:cNvPr id="24" name="Speech Bubble: Rectangle 23">
              <a:extLst>
                <a:ext uri="{FF2B5EF4-FFF2-40B4-BE49-F238E27FC236}">
                  <a16:creationId xmlns:a16="http://schemas.microsoft.com/office/drawing/2014/main" id="{D30E4BB9-996A-0E7E-CA16-917E819BE938}"/>
                </a:ext>
              </a:extLst>
            </p:cNvPr>
            <p:cNvSpPr/>
            <p:nvPr/>
          </p:nvSpPr>
          <p:spPr>
            <a:xfrm>
              <a:off x="1051559" y="1402372"/>
              <a:ext cx="1874520" cy="1109276"/>
            </a:xfrm>
            <a:prstGeom prst="wedgeRectCallout">
              <a:avLst>
                <a:gd name="adj1" fmla="val 150227"/>
                <a:gd name="adj2" fmla="val 117965"/>
              </a:avLst>
            </a:prstGeom>
            <a:solidFill>
              <a:schemeClr val="bg1"/>
            </a:solidFill>
            <a:ln w="317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7C563B2-57DD-431D-72EF-A311A7C55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4771" y="1526074"/>
              <a:ext cx="1497425" cy="90956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AD783BE-D1F7-9E14-F25B-51C01F5A0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35379" y="3946232"/>
              <a:ext cx="875368" cy="896111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C6357D5-EE8F-0C68-671F-8CC149438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3324" y="5317332"/>
              <a:ext cx="2188164" cy="4522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482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Make Your Missouri Statement, Light">
  <a:themeElements>
    <a:clrScheme name="Make Your Missouri Statement">
      <a:dk1>
        <a:srgbClr val="000000"/>
      </a:dk1>
      <a:lt1>
        <a:srgbClr val="FFFFFF"/>
      </a:lt1>
      <a:dk2>
        <a:srgbClr val="5E0009"/>
      </a:dk2>
      <a:lt2>
        <a:srgbClr val="BFCED6"/>
      </a:lt2>
      <a:accent1>
        <a:srgbClr val="EB002B"/>
      </a:accent1>
      <a:accent2>
        <a:srgbClr val="017C96"/>
      </a:accent2>
      <a:accent3>
        <a:srgbClr val="CFB500"/>
      </a:accent3>
      <a:accent4>
        <a:srgbClr val="AF1685"/>
      </a:accent4>
      <a:accent5>
        <a:srgbClr val="E35205"/>
      </a:accent5>
      <a:accent6>
        <a:srgbClr val="A4D65E"/>
      </a:accent6>
      <a:hlink>
        <a:srgbClr val="5E0009"/>
      </a:hlink>
      <a:folHlink>
        <a:srgbClr val="5E0009"/>
      </a:folHlink>
    </a:clrScheme>
    <a:fontScheme name="Make Your Missouri Statement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Missouri State Maroon">
      <a:srgbClr val="5E0009"/>
    </a:custClr>
    <a:custClr name="Brick City">
      <a:srgbClr val="EB002B"/>
    </a:custClr>
    <a:custClr name="Boomer Sky">
      <a:srgbClr val="0093B2"/>
    </a:custClr>
    <a:custClr name="Pride Band Brass">
      <a:srgbClr val="CFB500"/>
    </a:custClr>
    <a:custClr name="Midnight Oil">
      <a:srgbClr val="425563"/>
    </a:custClr>
    <a:custClr name="Hammons Fountain">
      <a:srgbClr val="6BA4B8"/>
    </a:custClr>
    <a:custClr name="Carrington">
      <a:srgbClr val="BFCED6"/>
    </a:custClr>
    <a:custClr name="Bear Hug">
      <a:srgbClr val="AF1685"/>
    </a:custClr>
    <a:custClr name="Tent Theatre">
      <a:srgbClr val="E35205"/>
    </a:custClr>
    <a:custClr name="May Day">
      <a:srgbClr val="A4D65E"/>
    </a:custClr>
  </a:custClrLst>
  <a:extLst>
    <a:ext uri="{05A4C25C-085E-4340-85A3-A5531E510DB2}">
      <thm15:themeFamily xmlns:thm15="http://schemas.microsoft.com/office/thememl/2012/main" name="Presentation1" id="{C53F076F-5E27-9A4A-AC2A-5C7CA7459EE4}" vid="{F7920C1C-0B77-1542-BEED-5BB9F5F55C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nte xmlns="e781b28d-45dd-4531-809a-63f3b585fd48">
      <UserInfo>
        <DisplayName/>
        <AccountId xsi:nil="true"/>
        <AccountType/>
      </UserInfo>
    </Dante>
    <Photo_x0020_credit xmlns="e781b28d-45dd-4531-809a-63f3b585fd4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FE6470E75ECF449E7C3E5159FA8C15" ma:contentTypeVersion="14" ma:contentTypeDescription="Create a new document." ma:contentTypeScope="" ma:versionID="610680d3667623d0ea9b917757429e97">
  <xsd:schema xmlns:xsd="http://www.w3.org/2001/XMLSchema" xmlns:xs="http://www.w3.org/2001/XMLSchema" xmlns:p="http://schemas.microsoft.com/office/2006/metadata/properties" xmlns:ns2="6518288b-24b7-4fe8-b443-b3bd60b08e6f" xmlns:ns3="e781b28d-45dd-4531-809a-63f3b585fd48" targetNamespace="http://schemas.microsoft.com/office/2006/metadata/properties" ma:root="true" ma:fieldsID="0c09f6457eac07d02ea02801dfb3d6ea" ns2:_="" ns3:_="">
    <xsd:import namespace="6518288b-24b7-4fe8-b443-b3bd60b08e6f"/>
    <xsd:import namespace="e781b28d-45dd-4531-809a-63f3b585fd4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Photo_x0020_credit" minOccurs="0"/>
                <xsd:element ref="ns3:Dant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18288b-24b7-4fe8-b443-b3bd60b08e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test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81b28d-45dd-4531-809a-63f3b585fd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Photo_x0020_credit" ma:index="18" nillable="true" ma:displayName="Photo credit" ma:description="Photo courtesy Dean Curtis/Curtis Photography LLC" ma:format="Dropdown" ma:internalName="Photo_x0020_credit">
      <xsd:simpleType>
        <xsd:restriction base="dms:Text">
          <xsd:maxLength value="255"/>
        </xsd:restriction>
      </xsd:simpleType>
    </xsd:element>
    <xsd:element name="Dante" ma:index="19" nillable="true" ma:displayName="Dante" ma:description="Dante is a doge who plays in the snow in BearWear." ma:format="Dropdown" ma:list="UserInfo" ma:SharePointGroup="0" ma:internalName="Dant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B3B4F5-9F99-4F0E-8BD2-C5EB6C61A9CC}">
  <ds:schemaRefs>
    <ds:schemaRef ds:uri="http://schemas.microsoft.com/office/2006/metadata/properties"/>
    <ds:schemaRef ds:uri="http://schemas.microsoft.com/office/infopath/2007/PartnerControls"/>
    <ds:schemaRef ds:uri="e781b28d-45dd-4531-809a-63f3b585fd48"/>
  </ds:schemaRefs>
</ds:datastoreItem>
</file>

<file path=customXml/itemProps2.xml><?xml version="1.0" encoding="utf-8"?>
<ds:datastoreItem xmlns:ds="http://schemas.openxmlformats.org/officeDocument/2006/customXml" ds:itemID="{B2E40BDF-DB24-4BE3-9E8B-22259F452F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18288b-24b7-4fe8-b443-b3bd60b08e6f"/>
    <ds:schemaRef ds:uri="e781b28d-45dd-4531-809a-63f3b585fd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5179F2-76FF-4238-BD25-8CCF08B5D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statement-light-widescreen</Template>
  <TotalTime>583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Georgia</vt:lpstr>
      <vt:lpstr>Impact</vt:lpstr>
      <vt:lpstr>Make Your Missouri Statement, Light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10dmoreno@gmail.com</dc:creator>
  <cp:keywords>Flagship, Widescreen, Light</cp:keywords>
  <dc:description/>
  <cp:lastModifiedBy>Young, Matthias</cp:lastModifiedBy>
  <cp:revision>40</cp:revision>
  <dcterms:created xsi:type="dcterms:W3CDTF">2021-08-23T01:17:16Z</dcterms:created>
  <dcterms:modified xsi:type="dcterms:W3CDTF">2026-03-09T16:38:56Z</dcterms:modified>
  <cp:category>Make Your Missouri Statement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vision">
    <vt:lpwstr>Marketing and Communications</vt:lpwstr>
  </property>
  <property fmtid="{D5CDD505-2E9C-101B-9397-08002B2CF9AE}" pid="3" name="ContentTypeId">
    <vt:lpwstr>0x0101009AFE6470E75ECF449E7C3E5159FA8C15</vt:lpwstr>
  </property>
</Properties>
</file>